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drawings/drawing4.xml" ContentType="application/vnd.openxmlformats-officedocument.drawingml.chartshapes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drawings/drawing5.xml" ContentType="application/vnd.openxmlformats-officedocument.drawingml.chartshapes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drawings/drawing6.xml" ContentType="application/vnd.openxmlformats-officedocument.drawingml.chartshapes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drawings/drawing7.xml" ContentType="application/vnd.openxmlformats-officedocument.drawingml.chartshapes+xml"/>
  <Override PartName="/ppt/notesSlides/notesSlide19.xml" ContentType="application/vnd.openxmlformats-officedocument.presentationml.notesSlide+xml"/>
  <Override PartName="/ppt/charts/chart8.xml" ContentType="application/vnd.openxmlformats-officedocument.drawingml.chart+xml"/>
  <Override PartName="/ppt/drawings/drawing8.xml" ContentType="application/vnd.openxmlformats-officedocument.drawingml.chartshapes+xml"/>
  <Override PartName="/ppt/notesSlides/notesSlide20.xml" ContentType="application/vnd.openxmlformats-officedocument.presentationml.notesSlide+xml"/>
  <Override PartName="/ppt/charts/chart9.xml" ContentType="application/vnd.openxmlformats-officedocument.drawingml.chart+xml"/>
  <Override PartName="/ppt/drawings/drawing9.xml" ContentType="application/vnd.openxmlformats-officedocument.drawingml.chartshape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8" r:id="rId3"/>
    <p:sldId id="257" r:id="rId4"/>
    <p:sldId id="284" r:id="rId5"/>
    <p:sldId id="286" r:id="rId6"/>
    <p:sldId id="292" r:id="rId7"/>
    <p:sldId id="287" r:id="rId8"/>
    <p:sldId id="288" r:id="rId9"/>
    <p:sldId id="289" r:id="rId10"/>
    <p:sldId id="290" r:id="rId11"/>
    <p:sldId id="291" r:id="rId12"/>
    <p:sldId id="295" r:id="rId13"/>
    <p:sldId id="294" r:id="rId14"/>
    <p:sldId id="260" r:id="rId15"/>
    <p:sldId id="293" r:id="rId16"/>
    <p:sldId id="296" r:id="rId17"/>
    <p:sldId id="297" r:id="rId18"/>
    <p:sldId id="298" r:id="rId19"/>
    <p:sldId id="299" r:id="rId20"/>
    <p:sldId id="300" r:id="rId21"/>
    <p:sldId id="268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chartUserShapes" Target="../drawings/drawing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chartUserShapes" Target="../drawings/drawing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chartUserShapes" Target="../drawings/drawing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chartUserShapes" Target="../drawings/drawing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chartUserShapes" Target="../drawings/drawing7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chartUserShapes" Target="../drawings/drawing8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chartUserShapes" Target="../drawings/drawing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66663551"/>
        <c:axId val="1966659231"/>
      </c:barChart>
      <c:valAx>
        <c:axId val="1966659231"/>
        <c:scaling>
          <c:orientation val="minMax"/>
        </c:scaling>
        <c:delete val="0"/>
        <c:axPos val="l"/>
        <c:numFmt formatCode="#,##0&quot; &quot;[$€]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66663551"/>
        <c:crosses val="autoZero"/>
        <c:crossBetween val="between"/>
      </c:valAx>
      <c:catAx>
        <c:axId val="196666355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8" cap="flat">
            <a:solidFill>
              <a:srgbClr val="D9D9D9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66659231"/>
        <c:crosses val="autoZero"/>
        <c:auto val="1"/>
        <c:lblAlgn val="ctr"/>
        <c:lblOffset val="100"/>
        <c:noMultiLvlLbl val="0"/>
      </c:cat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fr-FR" sz="1330" b="0" i="0" u="none" strike="noStrike" kern="1200" baseline="0">
          <a:solidFill>
            <a:srgbClr val="000000"/>
          </a:solidFill>
          <a:latin typeface="Arial"/>
        </a:defRPr>
      </a:pPr>
      <a:endParaRPr lang="fr-FR"/>
    </a:p>
  </c:txPr>
  <c:userShapes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66668831"/>
        <c:axId val="1966669791"/>
      </c:barChart>
      <c:valAx>
        <c:axId val="1966669791"/>
        <c:scaling>
          <c:orientation val="minMax"/>
        </c:scaling>
        <c:delete val="0"/>
        <c:axPos val="l"/>
        <c:numFmt formatCode="#.##0&quot; &quot;[$€]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66668831"/>
        <c:crosses val="autoZero"/>
        <c:crossBetween val="between"/>
      </c:valAx>
      <c:catAx>
        <c:axId val="196666883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8" cap="flat">
            <a:solidFill>
              <a:srgbClr val="D9D9D9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66669791"/>
        <c:crosses val="autoZero"/>
        <c:auto val="1"/>
        <c:lblAlgn val="ctr"/>
        <c:lblOffset val="100"/>
        <c:noMultiLvlLbl val="0"/>
      </c:cat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fr-FR" sz="1330" b="0" i="0" u="none" strike="noStrike" kern="1200" baseline="0">
          <a:solidFill>
            <a:srgbClr val="000000"/>
          </a:solidFill>
          <a:latin typeface="Arial"/>
        </a:defRPr>
      </a:pPr>
      <a:endParaRPr lang="fr-FR"/>
    </a:p>
  </c:txPr>
  <c:userShapes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66673151"/>
        <c:axId val="1966675071"/>
      </c:barChart>
      <c:valAx>
        <c:axId val="1966675071"/>
        <c:scaling>
          <c:orientation val="minMax"/>
        </c:scaling>
        <c:delete val="0"/>
        <c:axPos val="l"/>
        <c:numFmt formatCode="#.##0&quot; &quot;[$€]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66673151"/>
        <c:crosses val="autoZero"/>
        <c:crossBetween val="between"/>
      </c:valAx>
      <c:catAx>
        <c:axId val="196667315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8" cap="flat">
            <a:solidFill>
              <a:srgbClr val="D9D9D9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66675071"/>
        <c:crosses val="autoZero"/>
        <c:auto val="1"/>
        <c:lblAlgn val="ctr"/>
        <c:lblOffset val="100"/>
        <c:noMultiLvlLbl val="0"/>
      </c:cat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fr-FR" sz="1330" b="0" i="0" u="none" strike="noStrike" kern="1200" baseline="0">
          <a:solidFill>
            <a:srgbClr val="000000"/>
          </a:solidFill>
          <a:latin typeface="Arial"/>
        </a:defRPr>
      </a:pPr>
      <a:endParaRPr lang="fr-FR"/>
    </a:p>
  </c:txPr>
  <c:userShapes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66678431"/>
        <c:axId val="1966661631"/>
      </c:barChart>
      <c:valAx>
        <c:axId val="1966661631"/>
        <c:scaling>
          <c:orientation val="minMax"/>
        </c:scaling>
        <c:delete val="0"/>
        <c:axPos val="l"/>
        <c:numFmt formatCode="#.##0&quot; &quot;[$€]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66678431"/>
        <c:crosses val="autoZero"/>
        <c:crossBetween val="between"/>
      </c:valAx>
      <c:catAx>
        <c:axId val="196667843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8" cap="flat">
            <a:solidFill>
              <a:srgbClr val="D9D9D9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66661631"/>
        <c:crosses val="autoZero"/>
        <c:auto val="1"/>
        <c:lblAlgn val="ctr"/>
        <c:lblOffset val="100"/>
        <c:noMultiLvlLbl val="0"/>
      </c:cat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fr-FR" sz="1330" b="0" i="0" u="none" strike="noStrike" kern="1200" baseline="0">
          <a:solidFill>
            <a:srgbClr val="000000"/>
          </a:solidFill>
          <a:latin typeface="Arial"/>
        </a:defRPr>
      </a:pPr>
      <a:endParaRPr lang="fr-FR"/>
    </a:p>
  </c:txPr>
  <c:userShapes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66689471"/>
        <c:axId val="1966681791"/>
      </c:barChart>
      <c:valAx>
        <c:axId val="1966681791"/>
        <c:scaling>
          <c:orientation val="minMax"/>
        </c:scaling>
        <c:delete val="0"/>
        <c:axPos val="l"/>
        <c:numFmt formatCode="#.##0&quot; &quot;[$€]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66689471"/>
        <c:crosses val="autoZero"/>
        <c:crossBetween val="between"/>
      </c:valAx>
      <c:catAx>
        <c:axId val="196668947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8" cap="flat">
            <a:solidFill>
              <a:srgbClr val="D9D9D9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66681791"/>
        <c:crosses val="autoZero"/>
        <c:auto val="1"/>
        <c:lblAlgn val="ctr"/>
        <c:lblOffset val="100"/>
        <c:noMultiLvlLbl val="0"/>
      </c:cat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fr-FR" sz="1330" b="0" i="0" u="none" strike="noStrike" kern="1200" baseline="0">
          <a:solidFill>
            <a:srgbClr val="000000"/>
          </a:solidFill>
          <a:latin typeface="Arial"/>
        </a:defRPr>
      </a:pPr>
      <a:endParaRPr lang="fr-FR"/>
    </a:p>
  </c:txPr>
  <c:userShapes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66682271"/>
        <c:axId val="1966679871"/>
      </c:barChart>
      <c:valAx>
        <c:axId val="1966679871"/>
        <c:scaling>
          <c:orientation val="minMax"/>
        </c:scaling>
        <c:delete val="0"/>
        <c:axPos val="l"/>
        <c:numFmt formatCode="#.##0&quot; &quot;[$€]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66682271"/>
        <c:crosses val="autoZero"/>
        <c:crossBetween val="between"/>
      </c:valAx>
      <c:catAx>
        <c:axId val="196668227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8" cap="flat">
            <a:solidFill>
              <a:srgbClr val="D9D9D9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66679871"/>
        <c:crosses val="autoZero"/>
        <c:auto val="1"/>
        <c:lblAlgn val="ctr"/>
        <c:lblOffset val="100"/>
        <c:noMultiLvlLbl val="0"/>
      </c:cat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fr-FR" sz="1330" b="0" i="0" u="none" strike="noStrike" kern="1200" baseline="0">
          <a:solidFill>
            <a:srgbClr val="000000"/>
          </a:solidFill>
          <a:latin typeface="Arial"/>
        </a:defRPr>
      </a:pPr>
      <a:endParaRPr lang="fr-FR"/>
    </a:p>
  </c:txPr>
  <c:userShapes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66686111"/>
        <c:axId val="1966685631"/>
      </c:barChart>
      <c:valAx>
        <c:axId val="1966685631"/>
        <c:scaling>
          <c:orientation val="minMax"/>
        </c:scaling>
        <c:delete val="0"/>
        <c:axPos val="l"/>
        <c:numFmt formatCode="#.##0&quot; &quot;[$€]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66686111"/>
        <c:crosses val="autoZero"/>
        <c:crossBetween val="between"/>
      </c:valAx>
      <c:catAx>
        <c:axId val="1966686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8" cap="flat">
            <a:solidFill>
              <a:srgbClr val="D9D9D9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66685631"/>
        <c:crosses val="autoZero"/>
        <c:auto val="1"/>
        <c:lblAlgn val="ctr"/>
        <c:lblOffset val="100"/>
        <c:noMultiLvlLbl val="0"/>
      </c:cat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fr-FR" sz="1330" b="0" i="0" u="none" strike="noStrike" kern="1200" baseline="0">
          <a:solidFill>
            <a:srgbClr val="000000"/>
          </a:solidFill>
          <a:latin typeface="Arial"/>
        </a:defRPr>
      </a:pPr>
      <a:endParaRPr lang="fr-FR"/>
    </a:p>
  </c:txPr>
  <c:userShapes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66690911"/>
        <c:axId val="1966690431"/>
      </c:barChart>
      <c:valAx>
        <c:axId val="1966690431"/>
        <c:scaling>
          <c:orientation val="minMax"/>
        </c:scaling>
        <c:delete val="0"/>
        <c:axPos val="l"/>
        <c:numFmt formatCode="#.##0&quot; &quot;[$€]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66690911"/>
        <c:crosses val="autoZero"/>
        <c:crossBetween val="between"/>
      </c:valAx>
      <c:catAx>
        <c:axId val="19666909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8" cap="flat">
            <a:solidFill>
              <a:srgbClr val="D9D9D9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66690431"/>
        <c:crosses val="autoZero"/>
        <c:auto val="1"/>
        <c:lblAlgn val="ctr"/>
        <c:lblOffset val="100"/>
        <c:noMultiLvlLbl val="0"/>
      </c:cat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fr-FR" sz="1330" b="0" i="0" u="none" strike="noStrike" kern="1200" baseline="0">
          <a:solidFill>
            <a:srgbClr val="000000"/>
          </a:solidFill>
          <a:latin typeface="Arial"/>
        </a:defRPr>
      </a:pPr>
      <a:endParaRPr lang="fr-FR"/>
    </a:p>
  </c:txPr>
  <c:userShapes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32975855"/>
        <c:axId val="1932978255"/>
      </c:barChart>
      <c:valAx>
        <c:axId val="1932978255"/>
        <c:scaling>
          <c:orientation val="minMax"/>
        </c:scaling>
        <c:delete val="0"/>
        <c:axPos val="l"/>
        <c:numFmt formatCode="#.##0&quot; &quot;[$€]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32975855"/>
        <c:crosses val="autoZero"/>
        <c:crossBetween val="between"/>
      </c:valAx>
      <c:catAx>
        <c:axId val="193297585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8" cap="flat">
            <a:solidFill>
              <a:srgbClr val="D9D9D9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932978255"/>
        <c:crosses val="autoZero"/>
        <c:auto val="1"/>
        <c:lblAlgn val="ctr"/>
        <c:lblOffset val="100"/>
        <c:noMultiLvlLbl val="0"/>
      </c:cat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fr-FR" sz="1330" b="0" i="0" u="none" strike="noStrike" kern="1200" baseline="0">
          <a:solidFill>
            <a:srgbClr val="000000"/>
          </a:solidFill>
          <a:latin typeface="Arial"/>
        </a:defRPr>
      </a:pPr>
      <a:endParaRPr lang="fr-FR"/>
    </a:p>
  </c:txPr>
  <c:userShapes r:id="rId1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rawing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8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Image 2" descr="Une image contenant texte, capture d’écran, Tracé, ligne&#10;&#10;Le contenu généré par l’IA peut être incorrect.">
          <a:extLst xmlns:a="http://schemas.openxmlformats.org/drawingml/2006/main">
            <a:ext uri="{FF2B5EF4-FFF2-40B4-BE49-F238E27FC236}">
              <a16:creationId xmlns:a16="http://schemas.microsoft.com/office/drawing/2014/main" id="{94887629-28EC-66B3-2EB2-C717173194A5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315450" cy="5000625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Image 2" descr="Une image contenant texte, capture d’écran, Caractère coloré, Tracé&#10;&#10;Le contenu généré par l’IA peut être incorrect.">
          <a:extLst xmlns:a="http://schemas.openxmlformats.org/drawingml/2006/main">
            <a:ext uri="{FF2B5EF4-FFF2-40B4-BE49-F238E27FC236}">
              <a16:creationId xmlns:a16="http://schemas.microsoft.com/office/drawing/2014/main" id="{135CED54-DA30-4C39-4C8E-38B7F31218E1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315450" cy="5000625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Image 2" descr="Une image contenant texte, Tracé, diagramme, ligne">
          <a:extLst xmlns:a="http://schemas.openxmlformats.org/drawingml/2006/main">
            <a:ext uri="{FF2B5EF4-FFF2-40B4-BE49-F238E27FC236}">
              <a16:creationId xmlns:a16="http://schemas.microsoft.com/office/drawing/2014/main" id="{21521F82-BDF9-682E-F6B4-A486660B057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315450" cy="5000625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Image 2" descr="Une image contenant texte, capture d’écran, diagramme, Rectangle">
          <a:extLst xmlns:a="http://schemas.openxmlformats.org/drawingml/2006/main">
            <a:ext uri="{FF2B5EF4-FFF2-40B4-BE49-F238E27FC236}">
              <a16:creationId xmlns:a16="http://schemas.microsoft.com/office/drawing/2014/main" id="{5DDADBEE-8EAB-0604-FCB6-9E63222A591E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315450" cy="5000625"/>
        </a:xfrm>
        <a:prstGeom xmlns:a="http://schemas.openxmlformats.org/drawingml/2006/main" prst="rect">
          <a:avLst/>
        </a:prstGeom>
      </cdr:spPr>
    </cdr:pic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Image 2" descr="Une image contenant texte, capture d’écran, ligne, Tracé">
          <a:extLst xmlns:a="http://schemas.openxmlformats.org/drawingml/2006/main">
            <a:ext uri="{FF2B5EF4-FFF2-40B4-BE49-F238E27FC236}">
              <a16:creationId xmlns:a16="http://schemas.microsoft.com/office/drawing/2014/main" id="{BB6C741C-EAC7-AD03-A71B-9C7F16EAAC75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315450" cy="5000625"/>
        </a:xfrm>
        <a:prstGeom xmlns:a="http://schemas.openxmlformats.org/drawingml/2006/main" prst="rect">
          <a:avLst/>
        </a:prstGeom>
      </cdr:spPr>
    </cdr:pic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Image 2" descr="Une image contenant texte, capture d’écran, ligne, Tracé">
          <a:extLst xmlns:a="http://schemas.openxmlformats.org/drawingml/2006/main">
            <a:ext uri="{FF2B5EF4-FFF2-40B4-BE49-F238E27FC236}">
              <a16:creationId xmlns:a16="http://schemas.microsoft.com/office/drawing/2014/main" id="{39910394-CC80-10C4-3DDA-37410C96FFBB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315450" cy="5000625"/>
        </a:xfrm>
        <a:prstGeom xmlns:a="http://schemas.openxmlformats.org/drawingml/2006/main" prst="rect">
          <a:avLst/>
        </a:prstGeom>
      </cdr:spPr>
    </cdr:pic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Image 2" descr="Une image contenant texte, capture d’écran, ligne, Tracé">
          <a:extLst xmlns:a="http://schemas.openxmlformats.org/drawingml/2006/main">
            <a:ext uri="{FF2B5EF4-FFF2-40B4-BE49-F238E27FC236}">
              <a16:creationId xmlns:a16="http://schemas.microsoft.com/office/drawing/2014/main" id="{0DB625E0-5152-2B66-4B72-9B49D47A338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315450" cy="5000625"/>
        </a:xfrm>
        <a:prstGeom xmlns:a="http://schemas.openxmlformats.org/drawingml/2006/main" prst="rect">
          <a:avLst/>
        </a:prstGeom>
      </cdr:spPr>
    </cdr:pic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Image 2" descr="Une image contenant texte, capture d’écran, ligne, Tracé">
          <a:extLst xmlns:a="http://schemas.openxmlformats.org/drawingml/2006/main">
            <a:ext uri="{FF2B5EF4-FFF2-40B4-BE49-F238E27FC236}">
              <a16:creationId xmlns:a16="http://schemas.microsoft.com/office/drawing/2014/main" id="{87E6DBEB-98CB-FC26-7CE8-E836A50D990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315450" cy="5000625"/>
        </a:xfrm>
        <a:prstGeom xmlns:a="http://schemas.openxmlformats.org/drawingml/2006/main" prst="rect">
          <a:avLst/>
        </a:prstGeom>
      </cdr:spPr>
    </cdr:pic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Image 2" descr="Une image contenant diagramme, texte, Rectangle, ligne">
          <a:extLst xmlns:a="http://schemas.openxmlformats.org/drawingml/2006/main">
            <a:ext uri="{FF2B5EF4-FFF2-40B4-BE49-F238E27FC236}">
              <a16:creationId xmlns:a16="http://schemas.microsoft.com/office/drawing/2014/main" id="{0D98BCE8-5517-C293-AF14-EC9C69E29C9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315450" cy="5000625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95839FE9-790E-FFAA-871A-69938D55AD7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9388F6F-610E-6F25-B50D-45AE8400090D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D239C1D-B894-4481-8317-A4B9FE2B7BF9}" type="datetime1">
              <a: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10/04/2026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F2ABB0-B0BB-7332-A0E7-81AD719C3199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5D667B3-D983-4B74-4668-B5152145D7DF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D5A3752-9B85-4F2E-AD09-66FFBB4DFFD8}" type="slidenum">
              <a:t>‹N°›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46184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5B713545-A268-0446-75D3-68D921BD14F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9C78677-BEB5-7045-01E7-98CC0A8A7B53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066F64AC-E445-4358-BE4B-37C8F1CB500E}" type="datetime1">
              <a:rPr lang="fr-FR"/>
              <a:pPr lvl="0"/>
              <a:t>10/04/2026</a:t>
            </a:fld>
            <a:endParaRPr lang="fr-FR"/>
          </a:p>
        </p:txBody>
      </p:sp>
      <p:sp>
        <p:nvSpPr>
          <p:cNvPr id="4" name="Espace réservé de l’image des diapositives 3">
            <a:extLst>
              <a:ext uri="{FF2B5EF4-FFF2-40B4-BE49-F238E27FC236}">
                <a16:creationId xmlns:a16="http://schemas.microsoft.com/office/drawing/2014/main" id="{065F4FBF-027D-5DDE-5370-2175E3EC57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Espace réservé des commentaires 4">
            <a:extLst>
              <a:ext uri="{FF2B5EF4-FFF2-40B4-BE49-F238E27FC236}">
                <a16:creationId xmlns:a16="http://schemas.microsoft.com/office/drawing/2014/main" id="{7E7B5A5F-B766-C60B-BBC2-D380F7390284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37D78D-C7CB-192B-9DCC-0853BF507D61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C74380-363C-9224-BC16-BAABF2B6505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92C890F6-79B0-4EBD-A409-3C06C28262F3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5399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5A317D6-D1E4-6455-E024-C433F6504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AA7D538-78E6-9E29-3500-4D8AE2D140E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B42A3A-635D-2256-39E8-8C77421D114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830DF15-0C19-451A-88BA-2FFF90DF3A1B}" type="slidenum">
              <a:t>1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235BEB8-6658-20CF-FB89-33FE18B3A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F312B74-A414-CA8A-2A20-BA1C7FBE94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27043E-3AAD-2990-218A-D124ADD7C28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D0B6372-53F2-41DD-9E24-D883B415CE51}" type="slidenum">
              <a:t>2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A6130B4D-9B8F-404A-78F7-4E174B585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339DD63-E698-6882-42EF-22858C6EE3B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14241B-A203-499C-A79D-1F68AD0111C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237B271-79E4-46B5-9FBF-A343B99BFF7D}" type="slidenum">
              <a:t>3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5252258D-205F-05AF-5ED2-4A0563D03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65797A8-D5A0-01B4-DDDA-792368AE312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68267F-0B81-326A-F413-3CEBEBD06A9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5B7FB2E-7FF5-4A67-A242-A5C800CC6EE6}" type="slidenum">
              <a:t>4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998ABC66-BAA3-AD95-43BD-10E465642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95301D0-3B74-C610-6A93-7DD24C0385D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FE506B-952D-084F-6F7A-F2A1541CD55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473EB7-4390-48C1-9D59-D4525BBF462D}" type="slidenum">
              <a:t>5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9DA9A5D-F66D-DB4C-44F1-7B38E5177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922959B-8CCF-CDE6-94B1-E8153B77773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10F8AFA-B453-DE06-BB42-857AD6D04B0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50DADB6-5BC1-4F14-8357-5B84A64AE3CF}" type="slidenum">
              <a:t>6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35A00907-7234-D455-51AE-1640D48A7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7D9D43E-1795-6317-1BAD-5A913A76AB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E342E3-A509-23BB-4C48-790ABD8F366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526527B-46B2-4037-B1AF-D8BA784CB6AC}" type="slidenum">
              <a:t>7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29028398-3823-1712-9D0F-8070988C1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9CAC349-C829-3844-F733-123291BDF91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718E09-F3F9-EBF2-CBA1-E89BFBB4705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D0B91F6-5A3D-4923-9786-CFA270564251}" type="slidenum">
              <a:t>8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363047F7-D033-7DB1-0B26-2E3C7C47E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F21636B-F45C-6F9D-071F-2494A1BF042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1BCBB2-CAB3-B29E-9C95-3272594AD1A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396FDCB-D020-47BD-ACC7-F09A99710443}" type="slidenum">
              <a:t>9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693C0269-D24C-065C-AB6C-2D05A33A6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0061F06-BE80-B870-DBCC-6D352C31D16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06B358-479E-0072-0C54-D929B29EFA2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E2CE78B-BB21-46C1-80C6-4E0B1DC56CCF}" type="slidenum">
              <a:t>10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3756BF6A-9644-19A3-5257-797F98B9A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AE466C5-A7C6-BF13-0A51-E0A8CC96EC8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A72A60-DC45-747D-02E0-D45DC3391E6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4927F77-A324-4D88-8D6C-91159C7C08E9}" type="slidenum">
              <a:t>11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ADE22E3-C925-2052-BFED-03DB809CE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7AFFB68-058A-A8F6-BA5C-B8E26B13CDE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E0AD35-E59B-A74D-89BA-F6074A92EE7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A4E875-358C-47DB-9D27-FE5D6CE59B84}" type="slidenum">
              <a:t>12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23786ABE-63C9-5445-5B93-000A7F00D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8117853-64A0-5BD5-B170-39AD81E24B3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662EC1-FB00-E737-190A-AAC29D5D825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77AC580-7CE0-415C-B42A-651E97F41D09}" type="slidenum">
              <a:t>13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8B97CEC6-2D92-47EE-13B5-B00EDD397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7FF1F11-47E4-07C0-09ED-163BD96AEC1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56ED8E-2ECF-6B47-6063-3E5A9F5FAB4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1E145F4-9FA2-4CBF-9A74-F0876352B7F8}" type="slidenum">
              <a:t>14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67FEDFD4-DB1A-4C2A-C4E6-6776EE69F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112CADA-ED8A-E688-64B7-03EF2ED925A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F531164-38A4-E7BC-BFFE-573010A9F84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25ED9D-106C-4ADD-A91A-5142E5B8AE09}" type="slidenum">
              <a:t>15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7717B5ED-0605-C24C-AA08-387354D48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611142B-FD7E-D73A-042B-D5BAC3C711C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A39733-D5AB-6CE5-8A6F-7952DC9E867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55E66B0-F6F5-4792-8E23-3D56C81BAA0D}" type="slidenum">
              <a:t>16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EACC0F1B-315F-28AC-7F29-507887F7E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02EEDEA-49BF-E046-5EDE-71B023A6BB6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AF7FB2-3219-25FC-D0DA-51B79183ABD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5D1EC4C-FCF2-420E-A226-4E22446D3543}" type="slidenum">
              <a:t>17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8DC5C335-228A-298B-7B0A-D727DF57C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C03B563-DE92-968B-C201-F66FB6310E0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7B55C1-C41E-9D7F-A557-1C786DFA6F9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29851F9-D47D-43D1-B6B4-9145D40B15F0}" type="slidenum">
              <a:t>18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58EEDDBC-561B-3524-7DAD-07D953ECC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30C98ED-0A59-71D9-248F-2BAE60759D1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A1C84B-4D26-5E51-99F2-7DED957EA80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1FA8886-53AB-4DB7-9730-CA692EADD0F0}" type="slidenum">
              <a:t>19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16AED22-5DB6-0BF3-1263-79A206F86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0C38D96-1F9A-0967-CD38-BAA83F1C95C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965527-F72C-87D7-6D31-4487530B2A9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19B1DDF-0753-45B1-96FC-8C30FDA42746}" type="slidenum">
              <a:t>20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1334FB5D-C371-01D5-B4A5-57043AC9A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DF3421D-5575-56BE-49C6-E0FBF89FB99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2365C6-3F93-B634-FC1A-1A38ED89B97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6E01AFD-5109-4A14-88F6-C1EB62AF5543}" type="slidenum">
              <a:t>21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20">
            <a:extLst>
              <a:ext uri="{FF2B5EF4-FFF2-40B4-BE49-F238E27FC236}">
                <a16:creationId xmlns:a16="http://schemas.microsoft.com/office/drawing/2014/main" id="{CAB8004C-41B3-CD9E-0E77-EA54C0FCC3C9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65A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3" name="Groupe 6">
            <a:extLst>
              <a:ext uri="{FF2B5EF4-FFF2-40B4-BE49-F238E27FC236}">
                <a16:creationId xmlns:a16="http://schemas.microsoft.com/office/drawing/2014/main" id="{16EAF1B9-A43D-8D2F-6FF2-A1186C062757}"/>
              </a:ext>
            </a:extLst>
          </p:cNvPr>
          <p:cNvGrpSpPr/>
          <p:nvPr/>
        </p:nvGrpSpPr>
        <p:grpSpPr>
          <a:xfrm>
            <a:off x="-1604706" y="-3759"/>
            <a:ext cx="13796712" cy="6861759"/>
            <a:chOff x="-1604706" y="-3759"/>
            <a:chExt cx="13796712" cy="6861759"/>
          </a:xfrm>
        </p:grpSpPr>
        <p:grpSp>
          <p:nvGrpSpPr>
            <p:cNvPr id="4" name="Groupe 7">
              <a:extLst>
                <a:ext uri="{FF2B5EF4-FFF2-40B4-BE49-F238E27FC236}">
                  <a16:creationId xmlns:a16="http://schemas.microsoft.com/office/drawing/2014/main" id="{B4356C42-80C0-2DBE-7072-DC27EC2C6C58}"/>
                </a:ext>
              </a:extLst>
            </p:cNvPr>
            <p:cNvGrpSpPr/>
            <p:nvPr/>
          </p:nvGrpSpPr>
          <p:grpSpPr>
            <a:xfrm>
              <a:off x="-16304" y="-9"/>
              <a:ext cx="12208310" cy="6858009"/>
              <a:chOff x="-16304" y="-9"/>
              <a:chExt cx="12208310" cy="6858009"/>
            </a:xfrm>
          </p:grpSpPr>
          <p:sp>
            <p:nvSpPr>
              <p:cNvPr id="5" name="Forme libre : Forme 14">
                <a:extLst>
                  <a:ext uri="{FF2B5EF4-FFF2-40B4-BE49-F238E27FC236}">
                    <a16:creationId xmlns:a16="http://schemas.microsoft.com/office/drawing/2014/main" id="{AE017AAD-BC23-B0DE-923A-80F02D11AD5B}"/>
                  </a:ext>
                </a:extLst>
              </p:cNvPr>
              <p:cNvSpPr/>
              <p:nvPr/>
            </p:nvSpPr>
            <p:spPr>
              <a:xfrm flipH="1">
                <a:off x="-16294" y="0"/>
                <a:ext cx="12208300" cy="685800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2208298"/>
                  <a:gd name="f7" fmla="val 6858000"/>
                  <a:gd name="f8" fmla="val 8574289"/>
                  <a:gd name="f9" fmla="val 532109"/>
                  <a:gd name="f10" fmla="val 11495317"/>
                  <a:gd name="f11" fmla="val 3146781"/>
                  <a:gd name="f12" fmla="val 10353284"/>
                  <a:gd name="f13" fmla="val 1291767"/>
                  <a:gd name="f14" fmla="val 9866056"/>
                  <a:gd name="f15" fmla="+- 0 0 -90"/>
                  <a:gd name="f16" fmla="*/ f3 1 12208298"/>
                  <a:gd name="f17" fmla="*/ f4 1 6858000"/>
                  <a:gd name="f18" fmla="val f5"/>
                  <a:gd name="f19" fmla="val f6"/>
                  <a:gd name="f20" fmla="val f7"/>
                  <a:gd name="f21" fmla="*/ f15 f0 1"/>
                  <a:gd name="f22" fmla="+- f20 0 f18"/>
                  <a:gd name="f23" fmla="+- f19 0 f18"/>
                  <a:gd name="f24" fmla="*/ f21 1 f2"/>
                  <a:gd name="f25" fmla="*/ f23 1 12208298"/>
                  <a:gd name="f26" fmla="*/ f22 1 6858000"/>
                  <a:gd name="f27" fmla="*/ 8574289 f23 1"/>
                  <a:gd name="f28" fmla="*/ 0 f22 1"/>
                  <a:gd name="f29" fmla="*/ 0 f23 1"/>
                  <a:gd name="f30" fmla="*/ 6858000 f22 1"/>
                  <a:gd name="f31" fmla="*/ 532109 f23 1"/>
                  <a:gd name="f32" fmla="*/ 11495317 f23 1"/>
                  <a:gd name="f33" fmla="*/ 12208298 f23 1"/>
                  <a:gd name="f34" fmla="*/ 3146781 f22 1"/>
                  <a:gd name="f35" fmla="*/ 10353284 f23 1"/>
                  <a:gd name="f36" fmla="*/ 1291767 f22 1"/>
                  <a:gd name="f37" fmla="*/ 9866056 f23 1"/>
                  <a:gd name="f38" fmla="+- f24 0 f1"/>
                  <a:gd name="f39" fmla="*/ f27 1 12208298"/>
                  <a:gd name="f40" fmla="*/ f28 1 6858000"/>
                  <a:gd name="f41" fmla="*/ f29 1 12208298"/>
                  <a:gd name="f42" fmla="*/ f30 1 6858000"/>
                  <a:gd name="f43" fmla="*/ f31 1 12208298"/>
                  <a:gd name="f44" fmla="*/ f32 1 12208298"/>
                  <a:gd name="f45" fmla="*/ f33 1 12208298"/>
                  <a:gd name="f46" fmla="*/ f34 1 6858000"/>
                  <a:gd name="f47" fmla="*/ f35 1 12208298"/>
                  <a:gd name="f48" fmla="*/ f36 1 6858000"/>
                  <a:gd name="f49" fmla="*/ f37 1 12208298"/>
                  <a:gd name="f50" fmla="*/ f18 1 f25"/>
                  <a:gd name="f51" fmla="*/ f19 1 f25"/>
                  <a:gd name="f52" fmla="*/ f18 1 f26"/>
                  <a:gd name="f53" fmla="*/ f20 1 f26"/>
                  <a:gd name="f54" fmla="*/ f39 1 f25"/>
                  <a:gd name="f55" fmla="*/ f40 1 f26"/>
                  <a:gd name="f56" fmla="*/ f41 1 f25"/>
                  <a:gd name="f57" fmla="*/ f42 1 f26"/>
                  <a:gd name="f58" fmla="*/ f43 1 f25"/>
                  <a:gd name="f59" fmla="*/ f44 1 f25"/>
                  <a:gd name="f60" fmla="*/ f45 1 f25"/>
                  <a:gd name="f61" fmla="*/ f46 1 f26"/>
                  <a:gd name="f62" fmla="*/ f47 1 f25"/>
                  <a:gd name="f63" fmla="*/ f48 1 f26"/>
                  <a:gd name="f64" fmla="*/ f49 1 f25"/>
                  <a:gd name="f65" fmla="*/ f50 f16 1"/>
                  <a:gd name="f66" fmla="*/ f51 f16 1"/>
                  <a:gd name="f67" fmla="*/ f53 f17 1"/>
                  <a:gd name="f68" fmla="*/ f52 f17 1"/>
                  <a:gd name="f69" fmla="*/ f54 f16 1"/>
                  <a:gd name="f70" fmla="*/ f55 f17 1"/>
                  <a:gd name="f71" fmla="*/ f56 f16 1"/>
                  <a:gd name="f72" fmla="*/ f57 f17 1"/>
                  <a:gd name="f73" fmla="*/ f58 f16 1"/>
                  <a:gd name="f74" fmla="*/ f59 f16 1"/>
                  <a:gd name="f75" fmla="*/ f60 f16 1"/>
                  <a:gd name="f76" fmla="*/ f61 f17 1"/>
                  <a:gd name="f77" fmla="*/ f62 f16 1"/>
                  <a:gd name="f78" fmla="*/ f63 f17 1"/>
                  <a:gd name="f79" fmla="*/ f64 f1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8">
                    <a:pos x="f69" y="f70"/>
                  </a:cxn>
                  <a:cxn ang="f38">
                    <a:pos x="f71" y="f70"/>
                  </a:cxn>
                  <a:cxn ang="f38">
                    <a:pos x="f71" y="f72"/>
                  </a:cxn>
                  <a:cxn ang="f38">
                    <a:pos x="f73" y="f72"/>
                  </a:cxn>
                  <a:cxn ang="f38">
                    <a:pos x="f74" y="f72"/>
                  </a:cxn>
                  <a:cxn ang="f38">
                    <a:pos x="f75" y="f72"/>
                  </a:cxn>
                  <a:cxn ang="f38">
                    <a:pos x="f75" y="f76"/>
                  </a:cxn>
                  <a:cxn ang="f38">
                    <a:pos x="f77" y="f78"/>
                  </a:cxn>
                  <a:cxn ang="f38">
                    <a:pos x="f79" y="f78"/>
                  </a:cxn>
                </a:cxnLst>
                <a:rect l="f65" t="f68" r="f66" b="f67"/>
                <a:pathLst>
                  <a:path w="12208298" h="6858000">
                    <a:moveTo>
                      <a:pt x="f8" y="f5"/>
                    </a:moveTo>
                    <a:lnTo>
                      <a:pt x="f5" y="f5"/>
                    </a:lnTo>
                    <a:lnTo>
                      <a:pt x="f5" y="f7"/>
                    </a:lnTo>
                    <a:lnTo>
                      <a:pt x="f9" y="f7"/>
                    </a:lnTo>
                    <a:lnTo>
                      <a:pt x="f10" y="f7"/>
                    </a:lnTo>
                    <a:lnTo>
                      <a:pt x="f6" y="f7"/>
                    </a:lnTo>
                    <a:lnTo>
                      <a:pt x="f6" y="f11"/>
                    </a:lnTo>
                    <a:lnTo>
                      <a:pt x="f12" y="f13"/>
                    </a:lnTo>
                    <a:lnTo>
                      <a:pt x="f14" y="f13"/>
                    </a:lnTo>
                    <a:close/>
                  </a:path>
                </a:pathLst>
              </a:custGeom>
              <a:solidFill>
                <a:srgbClr val="47C3D3">
                  <a:alpha val="74000"/>
                </a:srgbClr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fr-FR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" name="Forme libre : Forme 15">
                <a:extLst>
                  <a:ext uri="{FF2B5EF4-FFF2-40B4-BE49-F238E27FC236}">
                    <a16:creationId xmlns:a16="http://schemas.microsoft.com/office/drawing/2014/main" id="{75F9DB15-CB12-A2C0-33EC-0F34830EEAB0}"/>
                  </a:ext>
                </a:extLst>
              </p:cNvPr>
              <p:cNvSpPr/>
              <p:nvPr/>
            </p:nvSpPr>
            <p:spPr>
              <a:xfrm rot="5400013" flipH="1" flipV="1">
                <a:off x="2667003" y="-2667003"/>
                <a:ext cx="6858000" cy="12192006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6858000"/>
                  <a:gd name="f7" fmla="val 12192002"/>
                  <a:gd name="f8" fmla="val 3871658"/>
                  <a:gd name="f9" fmla="val 5363029"/>
                  <a:gd name="f10" fmla="val 12192000"/>
                  <a:gd name="f11" fmla="val 3539398"/>
                  <a:gd name="f12" fmla="val 5566229"/>
                  <a:gd name="f13" fmla="val 2026831"/>
                  <a:gd name="f14" fmla="val 2575538"/>
                  <a:gd name="f15" fmla="val 3871657"/>
                  <a:gd name="f16" fmla="+- 0 0 -90"/>
                  <a:gd name="f17" fmla="*/ f3 1 6858000"/>
                  <a:gd name="f18" fmla="*/ f4 1 12192002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6858000"/>
                  <a:gd name="f27" fmla="*/ f23 1 12192002"/>
                  <a:gd name="f28" fmla="*/ 6858000 f24 1"/>
                  <a:gd name="f29" fmla="*/ 3871658 f23 1"/>
                  <a:gd name="f30" fmla="*/ 12192002 f23 1"/>
                  <a:gd name="f31" fmla="*/ 5363029 f24 1"/>
                  <a:gd name="f32" fmla="*/ 12192000 f23 1"/>
                  <a:gd name="f33" fmla="*/ 0 f24 1"/>
                  <a:gd name="f34" fmla="*/ 0 f23 1"/>
                  <a:gd name="f35" fmla="*/ 3539398 f24 1"/>
                  <a:gd name="f36" fmla="*/ 5566229 f24 1"/>
                  <a:gd name="f37" fmla="*/ 2026831 f23 1"/>
                  <a:gd name="f38" fmla="*/ 2575538 f23 1"/>
                  <a:gd name="f39" fmla="*/ 3871657 f23 1"/>
                  <a:gd name="f40" fmla="+- f25 0 f1"/>
                  <a:gd name="f41" fmla="*/ f28 1 6858000"/>
                  <a:gd name="f42" fmla="*/ f29 1 12192002"/>
                  <a:gd name="f43" fmla="*/ f30 1 12192002"/>
                  <a:gd name="f44" fmla="*/ f31 1 6858000"/>
                  <a:gd name="f45" fmla="*/ f32 1 12192002"/>
                  <a:gd name="f46" fmla="*/ f33 1 6858000"/>
                  <a:gd name="f47" fmla="*/ f34 1 12192002"/>
                  <a:gd name="f48" fmla="*/ f35 1 6858000"/>
                  <a:gd name="f49" fmla="*/ f36 1 6858000"/>
                  <a:gd name="f50" fmla="*/ f37 1 12192002"/>
                  <a:gd name="f51" fmla="*/ f38 1 12192002"/>
                  <a:gd name="f52" fmla="*/ f39 1 12192002"/>
                  <a:gd name="f53" fmla="*/ f19 1 f26"/>
                  <a:gd name="f54" fmla="*/ f20 1 f26"/>
                  <a:gd name="f55" fmla="*/ f19 1 f27"/>
                  <a:gd name="f56" fmla="*/ f21 1 f27"/>
                  <a:gd name="f57" fmla="*/ f41 1 f26"/>
                  <a:gd name="f58" fmla="*/ f42 1 f27"/>
                  <a:gd name="f59" fmla="*/ f43 1 f27"/>
                  <a:gd name="f60" fmla="*/ f44 1 f26"/>
                  <a:gd name="f61" fmla="*/ f45 1 f27"/>
                  <a:gd name="f62" fmla="*/ f46 1 f26"/>
                  <a:gd name="f63" fmla="*/ f47 1 f27"/>
                  <a:gd name="f64" fmla="*/ f48 1 f26"/>
                  <a:gd name="f65" fmla="*/ f49 1 f26"/>
                  <a:gd name="f66" fmla="*/ f50 1 f27"/>
                  <a:gd name="f67" fmla="*/ f51 1 f27"/>
                  <a:gd name="f68" fmla="*/ f52 1 f27"/>
                  <a:gd name="f69" fmla="*/ f53 f17 1"/>
                  <a:gd name="f70" fmla="*/ f54 f17 1"/>
                  <a:gd name="f71" fmla="*/ f56 f18 1"/>
                  <a:gd name="f72" fmla="*/ f55 f18 1"/>
                  <a:gd name="f73" fmla="*/ f57 f17 1"/>
                  <a:gd name="f74" fmla="*/ f58 f18 1"/>
                  <a:gd name="f75" fmla="*/ f59 f18 1"/>
                  <a:gd name="f76" fmla="*/ f60 f17 1"/>
                  <a:gd name="f77" fmla="*/ f61 f18 1"/>
                  <a:gd name="f78" fmla="*/ f62 f17 1"/>
                  <a:gd name="f79" fmla="*/ f63 f18 1"/>
                  <a:gd name="f80" fmla="*/ f64 f17 1"/>
                  <a:gd name="f81" fmla="*/ f65 f17 1"/>
                  <a:gd name="f82" fmla="*/ f66 f18 1"/>
                  <a:gd name="f83" fmla="*/ f67 f18 1"/>
                  <a:gd name="f84" fmla="*/ f68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40">
                    <a:pos x="f73" y="f74"/>
                  </a:cxn>
                  <a:cxn ang="f40">
                    <a:pos x="f73" y="f75"/>
                  </a:cxn>
                  <a:cxn ang="f40">
                    <a:pos x="f76" y="f75"/>
                  </a:cxn>
                  <a:cxn ang="f40">
                    <a:pos x="f76" y="f77"/>
                  </a:cxn>
                  <a:cxn ang="f40">
                    <a:pos x="f78" y="f77"/>
                  </a:cxn>
                  <a:cxn ang="f40">
                    <a:pos x="f78" y="f79"/>
                  </a:cxn>
                  <a:cxn ang="f40">
                    <a:pos x="f80" y="f79"/>
                  </a:cxn>
                  <a:cxn ang="f40">
                    <a:pos x="f81" y="f82"/>
                  </a:cxn>
                  <a:cxn ang="f40">
                    <a:pos x="f81" y="f83"/>
                  </a:cxn>
                  <a:cxn ang="f40">
                    <a:pos x="f73" y="f84"/>
                  </a:cxn>
                  <a:cxn ang="f40">
                    <a:pos x="f81" y="f84"/>
                  </a:cxn>
                  <a:cxn ang="f40">
                    <a:pos x="f81" y="f74"/>
                  </a:cxn>
                </a:cxnLst>
                <a:rect l="f69" t="f72" r="f70" b="f71"/>
                <a:pathLst>
                  <a:path w="6858000" h="12192002">
                    <a:moveTo>
                      <a:pt x="f6" y="f8"/>
                    </a:moveTo>
                    <a:lnTo>
                      <a:pt x="f6" y="f7"/>
                    </a:lnTo>
                    <a:lnTo>
                      <a:pt x="f9" y="f7"/>
                    </a:lnTo>
                    <a:lnTo>
                      <a:pt x="f9" y="f10"/>
                    </a:lnTo>
                    <a:lnTo>
                      <a:pt x="f5" y="f10"/>
                    </a:lnTo>
                    <a:lnTo>
                      <a:pt x="f5" y="f5"/>
                    </a:lnTo>
                    <a:lnTo>
                      <a:pt x="f11" y="f5"/>
                    </a:lnTo>
                    <a:lnTo>
                      <a:pt x="f12" y="f13"/>
                    </a:lnTo>
                    <a:lnTo>
                      <a:pt x="f12" y="f14"/>
                    </a:lnTo>
                    <a:lnTo>
                      <a:pt x="f6" y="f15"/>
                    </a:lnTo>
                    <a:lnTo>
                      <a:pt x="f12" y="f15"/>
                    </a:lnTo>
                    <a:lnTo>
                      <a:pt x="f12" y="f8"/>
                    </a:lnTo>
                    <a:close/>
                  </a:path>
                </a:pathLst>
              </a:custGeom>
              <a:blipFill>
                <a:blip r:embed="rId2">
                  <a:alphaModFix/>
                </a:blip>
                <a:tile/>
              </a:blip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fr-FR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" name="Triangle rectangle 16">
                <a:extLst>
                  <a:ext uri="{FF2B5EF4-FFF2-40B4-BE49-F238E27FC236}">
                    <a16:creationId xmlns:a16="http://schemas.microsoft.com/office/drawing/2014/main" id="{6F8FBADE-A132-C3BA-FD94-5F8E86292FEE}"/>
                  </a:ext>
                </a:extLst>
              </p:cNvPr>
              <p:cNvSpPr/>
              <p:nvPr/>
            </p:nvSpPr>
            <p:spPr>
              <a:xfrm rot="16200004" flipH="1" flipV="1">
                <a:off x="24625" y="-4736"/>
                <a:ext cx="2819396" cy="2828888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ss"/>
                  <a:gd name="f6" fmla="val 0"/>
                  <a:gd name="f7" fmla="+- 0 0 -360"/>
                  <a:gd name="f8" fmla="+- 0 0 -180"/>
                  <a:gd name="f9" fmla="+- 0 0 -90"/>
                  <a:gd name="f10" fmla="abs f3"/>
                  <a:gd name="f11" fmla="abs f4"/>
                  <a:gd name="f12" fmla="abs f5"/>
                  <a:gd name="f13" fmla="val f6"/>
                  <a:gd name="f14" fmla="*/ f7 f0 1"/>
                  <a:gd name="f15" fmla="*/ f8 f0 1"/>
                  <a:gd name="f16" fmla="*/ f9 f0 1"/>
                  <a:gd name="f17" fmla="?: f10 f3 1"/>
                  <a:gd name="f18" fmla="?: f11 f4 1"/>
                  <a:gd name="f19" fmla="?: f12 f5 1"/>
                  <a:gd name="f20" fmla="*/ f14 1 f2"/>
                  <a:gd name="f21" fmla="*/ f15 1 f2"/>
                  <a:gd name="f22" fmla="*/ f16 1 f2"/>
                  <a:gd name="f23" fmla="*/ f17 1 21600"/>
                  <a:gd name="f24" fmla="*/ f18 1 21600"/>
                  <a:gd name="f25" fmla="*/ 21600 f17 1"/>
                  <a:gd name="f26" fmla="*/ 21600 f18 1"/>
                  <a:gd name="f27" fmla="+- f20 0 f1"/>
                  <a:gd name="f28" fmla="+- f21 0 f1"/>
                  <a:gd name="f29" fmla="+- f22 0 f1"/>
                  <a:gd name="f30" fmla="min f24 f23"/>
                  <a:gd name="f31" fmla="*/ f25 1 f19"/>
                  <a:gd name="f32" fmla="*/ f26 1 f19"/>
                  <a:gd name="f33" fmla="val f31"/>
                  <a:gd name="f34" fmla="val f32"/>
                  <a:gd name="f35" fmla="*/ f13 f30 1"/>
                  <a:gd name="f36" fmla="+- f34 0 f13"/>
                  <a:gd name="f37" fmla="+- f33 0 f13"/>
                  <a:gd name="f38" fmla="*/ f34 f30 1"/>
                  <a:gd name="f39" fmla="*/ f33 f30 1"/>
                  <a:gd name="f40" fmla="*/ f36 1 2"/>
                  <a:gd name="f41" fmla="*/ f37 1 2"/>
                  <a:gd name="f42" fmla="*/ f37 1 12"/>
                  <a:gd name="f43" fmla="*/ f36 7 1"/>
                  <a:gd name="f44" fmla="*/ f37 7 1"/>
                  <a:gd name="f45" fmla="*/ f36 11 1"/>
                  <a:gd name="f46" fmla="+- f13 f40 0"/>
                  <a:gd name="f47" fmla="+- f13 f41 0"/>
                  <a:gd name="f48" fmla="*/ f43 1 12"/>
                  <a:gd name="f49" fmla="*/ f44 1 12"/>
                  <a:gd name="f50" fmla="*/ f45 1 12"/>
                  <a:gd name="f51" fmla="*/ f42 f30 1"/>
                  <a:gd name="f52" fmla="*/ f48 f30 1"/>
                  <a:gd name="f53" fmla="*/ f49 f30 1"/>
                  <a:gd name="f54" fmla="*/ f50 f30 1"/>
                  <a:gd name="f55" fmla="*/ f47 f30 1"/>
                  <a:gd name="f56" fmla="*/ f46 f3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7">
                    <a:pos x="f35" y="f35"/>
                  </a:cxn>
                  <a:cxn ang="f28">
                    <a:pos x="f35" y="f38"/>
                  </a:cxn>
                  <a:cxn ang="f28">
                    <a:pos x="f39" y="f38"/>
                  </a:cxn>
                  <a:cxn ang="f29">
                    <a:pos x="f55" y="f56"/>
                  </a:cxn>
                </a:cxnLst>
                <a:rect l="f51" t="f52" r="f53" b="f54"/>
                <a:pathLst>
                  <a:path>
                    <a:moveTo>
                      <a:pt x="f35" y="f38"/>
                    </a:moveTo>
                    <a:lnTo>
                      <a:pt x="f35" y="f35"/>
                    </a:lnTo>
                    <a:lnTo>
                      <a:pt x="f39" y="f38"/>
                    </a:lnTo>
                    <a:close/>
                  </a:path>
                </a:pathLst>
              </a:custGeom>
              <a:solidFill>
                <a:srgbClr val="003352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fr-FR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" name="Triangle droit 17">
                <a:extLst>
                  <a:ext uri="{FF2B5EF4-FFF2-40B4-BE49-F238E27FC236}">
                    <a16:creationId xmlns:a16="http://schemas.microsoft.com/office/drawing/2014/main" id="{FCD40A7B-945A-43FE-B907-A86047FEB304}"/>
                  </a:ext>
                </a:extLst>
              </p:cNvPr>
              <p:cNvSpPr/>
              <p:nvPr/>
            </p:nvSpPr>
            <p:spPr>
              <a:xfrm rot="16200004" flipH="1" flipV="1">
                <a:off x="4412" y="-4422"/>
                <a:ext cx="2627089" cy="2635931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ss"/>
                  <a:gd name="f6" fmla="val 0"/>
                  <a:gd name="f7" fmla="+- 0 0 -360"/>
                  <a:gd name="f8" fmla="+- 0 0 -180"/>
                  <a:gd name="f9" fmla="+- 0 0 -90"/>
                  <a:gd name="f10" fmla="abs f3"/>
                  <a:gd name="f11" fmla="abs f4"/>
                  <a:gd name="f12" fmla="abs f5"/>
                  <a:gd name="f13" fmla="val f6"/>
                  <a:gd name="f14" fmla="*/ f7 f0 1"/>
                  <a:gd name="f15" fmla="*/ f8 f0 1"/>
                  <a:gd name="f16" fmla="*/ f9 f0 1"/>
                  <a:gd name="f17" fmla="?: f10 f3 1"/>
                  <a:gd name="f18" fmla="?: f11 f4 1"/>
                  <a:gd name="f19" fmla="?: f12 f5 1"/>
                  <a:gd name="f20" fmla="*/ f14 1 f2"/>
                  <a:gd name="f21" fmla="*/ f15 1 f2"/>
                  <a:gd name="f22" fmla="*/ f16 1 f2"/>
                  <a:gd name="f23" fmla="*/ f17 1 21600"/>
                  <a:gd name="f24" fmla="*/ f18 1 21600"/>
                  <a:gd name="f25" fmla="*/ 21600 f17 1"/>
                  <a:gd name="f26" fmla="*/ 21600 f18 1"/>
                  <a:gd name="f27" fmla="+- f20 0 f1"/>
                  <a:gd name="f28" fmla="+- f21 0 f1"/>
                  <a:gd name="f29" fmla="+- f22 0 f1"/>
                  <a:gd name="f30" fmla="min f24 f23"/>
                  <a:gd name="f31" fmla="*/ f25 1 f19"/>
                  <a:gd name="f32" fmla="*/ f26 1 f19"/>
                  <a:gd name="f33" fmla="val f31"/>
                  <a:gd name="f34" fmla="val f32"/>
                  <a:gd name="f35" fmla="*/ f13 f30 1"/>
                  <a:gd name="f36" fmla="+- f34 0 f13"/>
                  <a:gd name="f37" fmla="+- f33 0 f13"/>
                  <a:gd name="f38" fmla="*/ f34 f30 1"/>
                  <a:gd name="f39" fmla="*/ f33 f30 1"/>
                  <a:gd name="f40" fmla="*/ f36 1 2"/>
                  <a:gd name="f41" fmla="*/ f37 1 2"/>
                  <a:gd name="f42" fmla="*/ f37 1 12"/>
                  <a:gd name="f43" fmla="*/ f36 7 1"/>
                  <a:gd name="f44" fmla="*/ f37 7 1"/>
                  <a:gd name="f45" fmla="*/ f36 11 1"/>
                  <a:gd name="f46" fmla="+- f13 f40 0"/>
                  <a:gd name="f47" fmla="+- f13 f41 0"/>
                  <a:gd name="f48" fmla="*/ f43 1 12"/>
                  <a:gd name="f49" fmla="*/ f44 1 12"/>
                  <a:gd name="f50" fmla="*/ f45 1 12"/>
                  <a:gd name="f51" fmla="*/ f42 f30 1"/>
                  <a:gd name="f52" fmla="*/ f48 f30 1"/>
                  <a:gd name="f53" fmla="*/ f49 f30 1"/>
                  <a:gd name="f54" fmla="*/ f50 f30 1"/>
                  <a:gd name="f55" fmla="*/ f47 f30 1"/>
                  <a:gd name="f56" fmla="*/ f46 f3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7">
                    <a:pos x="f35" y="f35"/>
                  </a:cxn>
                  <a:cxn ang="f28">
                    <a:pos x="f35" y="f38"/>
                  </a:cxn>
                  <a:cxn ang="f28">
                    <a:pos x="f39" y="f38"/>
                  </a:cxn>
                  <a:cxn ang="f29">
                    <a:pos x="f55" y="f56"/>
                  </a:cxn>
                </a:cxnLst>
                <a:rect l="f51" t="f52" r="f53" b="f54"/>
                <a:pathLst>
                  <a:path>
                    <a:moveTo>
                      <a:pt x="f35" y="f38"/>
                    </a:moveTo>
                    <a:lnTo>
                      <a:pt x="f35" y="f35"/>
                    </a:lnTo>
                    <a:lnTo>
                      <a:pt x="f39" y="f38"/>
                    </a:lnTo>
                    <a:close/>
                  </a:path>
                </a:pathLst>
              </a:custGeom>
              <a:blipFill>
                <a:blip r:embed="rId3">
                  <a:alphaModFix/>
                </a:blip>
                <a:tile/>
              </a:blip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fr-FR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9" name="Triangle droit 18">
                <a:extLst>
                  <a:ext uri="{FF2B5EF4-FFF2-40B4-BE49-F238E27FC236}">
                    <a16:creationId xmlns:a16="http://schemas.microsoft.com/office/drawing/2014/main" id="{6D2276E4-F3F7-FFD4-1131-7F3B5AAF40F4}"/>
                  </a:ext>
                </a:extLst>
              </p:cNvPr>
              <p:cNvSpPr/>
              <p:nvPr/>
            </p:nvSpPr>
            <p:spPr>
              <a:xfrm rot="16200004" flipH="1" flipV="1">
                <a:off x="-12271" y="-4042"/>
                <a:ext cx="2397090" cy="24051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ss"/>
                  <a:gd name="f6" fmla="val 0"/>
                  <a:gd name="f7" fmla="+- 0 0 -360"/>
                  <a:gd name="f8" fmla="+- 0 0 -180"/>
                  <a:gd name="f9" fmla="+- 0 0 -90"/>
                  <a:gd name="f10" fmla="abs f3"/>
                  <a:gd name="f11" fmla="abs f4"/>
                  <a:gd name="f12" fmla="abs f5"/>
                  <a:gd name="f13" fmla="val f6"/>
                  <a:gd name="f14" fmla="*/ f7 f0 1"/>
                  <a:gd name="f15" fmla="*/ f8 f0 1"/>
                  <a:gd name="f16" fmla="*/ f9 f0 1"/>
                  <a:gd name="f17" fmla="?: f10 f3 1"/>
                  <a:gd name="f18" fmla="?: f11 f4 1"/>
                  <a:gd name="f19" fmla="?: f12 f5 1"/>
                  <a:gd name="f20" fmla="*/ f14 1 f2"/>
                  <a:gd name="f21" fmla="*/ f15 1 f2"/>
                  <a:gd name="f22" fmla="*/ f16 1 f2"/>
                  <a:gd name="f23" fmla="*/ f17 1 21600"/>
                  <a:gd name="f24" fmla="*/ f18 1 21600"/>
                  <a:gd name="f25" fmla="*/ 21600 f17 1"/>
                  <a:gd name="f26" fmla="*/ 21600 f18 1"/>
                  <a:gd name="f27" fmla="+- f20 0 f1"/>
                  <a:gd name="f28" fmla="+- f21 0 f1"/>
                  <a:gd name="f29" fmla="+- f22 0 f1"/>
                  <a:gd name="f30" fmla="min f24 f23"/>
                  <a:gd name="f31" fmla="*/ f25 1 f19"/>
                  <a:gd name="f32" fmla="*/ f26 1 f19"/>
                  <a:gd name="f33" fmla="val f31"/>
                  <a:gd name="f34" fmla="val f32"/>
                  <a:gd name="f35" fmla="*/ f13 f30 1"/>
                  <a:gd name="f36" fmla="+- f34 0 f13"/>
                  <a:gd name="f37" fmla="+- f33 0 f13"/>
                  <a:gd name="f38" fmla="*/ f34 f30 1"/>
                  <a:gd name="f39" fmla="*/ f33 f30 1"/>
                  <a:gd name="f40" fmla="*/ f36 1 2"/>
                  <a:gd name="f41" fmla="*/ f37 1 2"/>
                  <a:gd name="f42" fmla="*/ f37 1 12"/>
                  <a:gd name="f43" fmla="*/ f36 7 1"/>
                  <a:gd name="f44" fmla="*/ f37 7 1"/>
                  <a:gd name="f45" fmla="*/ f36 11 1"/>
                  <a:gd name="f46" fmla="+- f13 f40 0"/>
                  <a:gd name="f47" fmla="+- f13 f41 0"/>
                  <a:gd name="f48" fmla="*/ f43 1 12"/>
                  <a:gd name="f49" fmla="*/ f44 1 12"/>
                  <a:gd name="f50" fmla="*/ f45 1 12"/>
                  <a:gd name="f51" fmla="*/ f42 f30 1"/>
                  <a:gd name="f52" fmla="*/ f48 f30 1"/>
                  <a:gd name="f53" fmla="*/ f49 f30 1"/>
                  <a:gd name="f54" fmla="*/ f50 f30 1"/>
                  <a:gd name="f55" fmla="*/ f47 f30 1"/>
                  <a:gd name="f56" fmla="*/ f46 f3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7">
                    <a:pos x="f35" y="f35"/>
                  </a:cxn>
                  <a:cxn ang="f28">
                    <a:pos x="f35" y="f38"/>
                  </a:cxn>
                  <a:cxn ang="f28">
                    <a:pos x="f39" y="f38"/>
                  </a:cxn>
                  <a:cxn ang="f29">
                    <a:pos x="f55" y="f56"/>
                  </a:cxn>
                </a:cxnLst>
                <a:rect l="f51" t="f52" r="f53" b="f54"/>
                <a:pathLst>
                  <a:path>
                    <a:moveTo>
                      <a:pt x="f35" y="f38"/>
                    </a:moveTo>
                    <a:lnTo>
                      <a:pt x="f35" y="f35"/>
                    </a:lnTo>
                    <a:lnTo>
                      <a:pt x="f39" y="f38"/>
                    </a:lnTo>
                    <a:close/>
                  </a:path>
                </a:pathLst>
              </a:custGeom>
              <a:solidFill>
                <a:srgbClr val="47C3D3">
                  <a:alpha val="48000"/>
                </a:srgbClr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fr-FR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0" name="Forme libre : Forme 19">
                <a:extLst>
                  <a:ext uri="{FF2B5EF4-FFF2-40B4-BE49-F238E27FC236}">
                    <a16:creationId xmlns:a16="http://schemas.microsoft.com/office/drawing/2014/main" id="{97FCD63A-59D2-55E6-96DC-C7CC5AE5A8A0}"/>
                  </a:ext>
                </a:extLst>
              </p:cNvPr>
              <p:cNvSpPr/>
              <p:nvPr/>
            </p:nvSpPr>
            <p:spPr>
              <a:xfrm rot="5400013" flipH="1" flipV="1">
                <a:off x="2667003" y="-2667003"/>
                <a:ext cx="6858000" cy="12192006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6858000"/>
                  <a:gd name="f7" fmla="val 12192002"/>
                  <a:gd name="f8" fmla="val 3871658"/>
                  <a:gd name="f9" fmla="val 5363029"/>
                  <a:gd name="f10" fmla="val 12192000"/>
                  <a:gd name="f11" fmla="val 3539398"/>
                  <a:gd name="f12" fmla="val 5566229"/>
                  <a:gd name="f13" fmla="val 2026831"/>
                  <a:gd name="f14" fmla="val 2575538"/>
                  <a:gd name="f15" fmla="val 3871657"/>
                  <a:gd name="f16" fmla="+- 0 0 -90"/>
                  <a:gd name="f17" fmla="*/ f3 1 6858000"/>
                  <a:gd name="f18" fmla="*/ f4 1 12192002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6858000"/>
                  <a:gd name="f27" fmla="*/ f23 1 12192002"/>
                  <a:gd name="f28" fmla="*/ 6858000 f24 1"/>
                  <a:gd name="f29" fmla="*/ 3871658 f23 1"/>
                  <a:gd name="f30" fmla="*/ 12192002 f23 1"/>
                  <a:gd name="f31" fmla="*/ 5363029 f24 1"/>
                  <a:gd name="f32" fmla="*/ 12192000 f23 1"/>
                  <a:gd name="f33" fmla="*/ 0 f24 1"/>
                  <a:gd name="f34" fmla="*/ 0 f23 1"/>
                  <a:gd name="f35" fmla="*/ 3539398 f24 1"/>
                  <a:gd name="f36" fmla="*/ 5566229 f24 1"/>
                  <a:gd name="f37" fmla="*/ 2026831 f23 1"/>
                  <a:gd name="f38" fmla="*/ 2575538 f23 1"/>
                  <a:gd name="f39" fmla="*/ 3871657 f23 1"/>
                  <a:gd name="f40" fmla="+- f25 0 f1"/>
                  <a:gd name="f41" fmla="*/ f28 1 6858000"/>
                  <a:gd name="f42" fmla="*/ f29 1 12192002"/>
                  <a:gd name="f43" fmla="*/ f30 1 12192002"/>
                  <a:gd name="f44" fmla="*/ f31 1 6858000"/>
                  <a:gd name="f45" fmla="*/ f32 1 12192002"/>
                  <a:gd name="f46" fmla="*/ f33 1 6858000"/>
                  <a:gd name="f47" fmla="*/ f34 1 12192002"/>
                  <a:gd name="f48" fmla="*/ f35 1 6858000"/>
                  <a:gd name="f49" fmla="*/ f36 1 6858000"/>
                  <a:gd name="f50" fmla="*/ f37 1 12192002"/>
                  <a:gd name="f51" fmla="*/ f38 1 12192002"/>
                  <a:gd name="f52" fmla="*/ f39 1 12192002"/>
                  <a:gd name="f53" fmla="*/ f19 1 f26"/>
                  <a:gd name="f54" fmla="*/ f20 1 f26"/>
                  <a:gd name="f55" fmla="*/ f19 1 f27"/>
                  <a:gd name="f56" fmla="*/ f21 1 f27"/>
                  <a:gd name="f57" fmla="*/ f41 1 f26"/>
                  <a:gd name="f58" fmla="*/ f42 1 f27"/>
                  <a:gd name="f59" fmla="*/ f43 1 f27"/>
                  <a:gd name="f60" fmla="*/ f44 1 f26"/>
                  <a:gd name="f61" fmla="*/ f45 1 f27"/>
                  <a:gd name="f62" fmla="*/ f46 1 f26"/>
                  <a:gd name="f63" fmla="*/ f47 1 f27"/>
                  <a:gd name="f64" fmla="*/ f48 1 f26"/>
                  <a:gd name="f65" fmla="*/ f49 1 f26"/>
                  <a:gd name="f66" fmla="*/ f50 1 f27"/>
                  <a:gd name="f67" fmla="*/ f51 1 f27"/>
                  <a:gd name="f68" fmla="*/ f52 1 f27"/>
                  <a:gd name="f69" fmla="*/ f53 f17 1"/>
                  <a:gd name="f70" fmla="*/ f54 f17 1"/>
                  <a:gd name="f71" fmla="*/ f56 f18 1"/>
                  <a:gd name="f72" fmla="*/ f55 f18 1"/>
                  <a:gd name="f73" fmla="*/ f57 f17 1"/>
                  <a:gd name="f74" fmla="*/ f58 f18 1"/>
                  <a:gd name="f75" fmla="*/ f59 f18 1"/>
                  <a:gd name="f76" fmla="*/ f60 f17 1"/>
                  <a:gd name="f77" fmla="*/ f61 f18 1"/>
                  <a:gd name="f78" fmla="*/ f62 f17 1"/>
                  <a:gd name="f79" fmla="*/ f63 f18 1"/>
                  <a:gd name="f80" fmla="*/ f64 f17 1"/>
                  <a:gd name="f81" fmla="*/ f65 f17 1"/>
                  <a:gd name="f82" fmla="*/ f66 f18 1"/>
                  <a:gd name="f83" fmla="*/ f67 f18 1"/>
                  <a:gd name="f84" fmla="*/ f68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40">
                    <a:pos x="f73" y="f74"/>
                  </a:cxn>
                  <a:cxn ang="f40">
                    <a:pos x="f73" y="f75"/>
                  </a:cxn>
                  <a:cxn ang="f40">
                    <a:pos x="f76" y="f75"/>
                  </a:cxn>
                  <a:cxn ang="f40">
                    <a:pos x="f76" y="f77"/>
                  </a:cxn>
                  <a:cxn ang="f40">
                    <a:pos x="f78" y="f77"/>
                  </a:cxn>
                  <a:cxn ang="f40">
                    <a:pos x="f78" y="f79"/>
                  </a:cxn>
                  <a:cxn ang="f40">
                    <a:pos x="f80" y="f79"/>
                  </a:cxn>
                  <a:cxn ang="f40">
                    <a:pos x="f81" y="f82"/>
                  </a:cxn>
                  <a:cxn ang="f40">
                    <a:pos x="f81" y="f83"/>
                  </a:cxn>
                  <a:cxn ang="f40">
                    <a:pos x="f73" y="f84"/>
                  </a:cxn>
                  <a:cxn ang="f40">
                    <a:pos x="f81" y="f84"/>
                  </a:cxn>
                  <a:cxn ang="f40">
                    <a:pos x="f81" y="f74"/>
                  </a:cxn>
                </a:cxnLst>
                <a:rect l="f69" t="f72" r="f70" b="f71"/>
                <a:pathLst>
                  <a:path w="6858000" h="12192002">
                    <a:moveTo>
                      <a:pt x="f6" y="f8"/>
                    </a:moveTo>
                    <a:lnTo>
                      <a:pt x="f6" y="f7"/>
                    </a:lnTo>
                    <a:lnTo>
                      <a:pt x="f9" y="f7"/>
                    </a:lnTo>
                    <a:lnTo>
                      <a:pt x="f9" y="f10"/>
                    </a:lnTo>
                    <a:lnTo>
                      <a:pt x="f5" y="f10"/>
                    </a:lnTo>
                    <a:lnTo>
                      <a:pt x="f5" y="f5"/>
                    </a:lnTo>
                    <a:lnTo>
                      <a:pt x="f11" y="f5"/>
                    </a:lnTo>
                    <a:lnTo>
                      <a:pt x="f12" y="f13"/>
                    </a:lnTo>
                    <a:lnTo>
                      <a:pt x="f12" y="f14"/>
                    </a:lnTo>
                    <a:lnTo>
                      <a:pt x="f6" y="f15"/>
                    </a:lnTo>
                    <a:lnTo>
                      <a:pt x="f12" y="f15"/>
                    </a:lnTo>
                    <a:lnTo>
                      <a:pt x="f12" y="f8"/>
                    </a:lnTo>
                    <a:close/>
                  </a:path>
                </a:pathLst>
              </a:custGeom>
              <a:solidFill>
                <a:srgbClr val="003352">
                  <a:alpha val="90000"/>
                </a:srgbClr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fr-FR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sp>
          <p:nvSpPr>
            <p:cNvPr id="11" name="Forme libre : Forme 12">
              <a:extLst>
                <a:ext uri="{FF2B5EF4-FFF2-40B4-BE49-F238E27FC236}">
                  <a16:creationId xmlns:a16="http://schemas.microsoft.com/office/drawing/2014/main" id="{86C4AE3C-1CBC-94BA-D35F-A910DE1797EE}"/>
                </a:ext>
              </a:extLst>
            </p:cNvPr>
            <p:cNvSpPr/>
            <p:nvPr/>
          </p:nvSpPr>
          <p:spPr>
            <a:xfrm rot="18899994" flipH="1">
              <a:off x="-1604706" y="1397839"/>
              <a:ext cx="3211381" cy="321138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2" name="Forme libre : Forme 9">
              <a:extLst>
                <a:ext uri="{FF2B5EF4-FFF2-40B4-BE49-F238E27FC236}">
                  <a16:creationId xmlns:a16="http://schemas.microsoft.com/office/drawing/2014/main" id="{9F4FDBB8-FD7E-9483-4B2D-9772628E8894}"/>
                </a:ext>
              </a:extLst>
            </p:cNvPr>
            <p:cNvSpPr/>
            <p:nvPr/>
          </p:nvSpPr>
          <p:spPr>
            <a:xfrm rot="18900010">
              <a:off x="-861776" y="-3759"/>
              <a:ext cx="2676649" cy="135687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76646"/>
                <a:gd name="f7" fmla="val 1356876"/>
                <a:gd name="f8" fmla="val 1319770"/>
                <a:gd name="f9" fmla="+- 0 0 -90"/>
                <a:gd name="f10" fmla="*/ f3 1 2676646"/>
                <a:gd name="f11" fmla="*/ f4 1 1356876"/>
                <a:gd name="f12" fmla="val f5"/>
                <a:gd name="f13" fmla="val f6"/>
                <a:gd name="f14" fmla="val f7"/>
                <a:gd name="f15" fmla="*/ f9 f0 1"/>
                <a:gd name="f16" fmla="+- f14 0 f12"/>
                <a:gd name="f17" fmla="+- f13 0 f12"/>
                <a:gd name="f18" fmla="*/ f15 1 f2"/>
                <a:gd name="f19" fmla="*/ f17 1 2676646"/>
                <a:gd name="f20" fmla="*/ f16 1 1356876"/>
                <a:gd name="f21" fmla="*/ 1319770 f17 1"/>
                <a:gd name="f22" fmla="*/ 0 f16 1"/>
                <a:gd name="f23" fmla="*/ 2676646 f17 1"/>
                <a:gd name="f24" fmla="*/ 1356876 f16 1"/>
                <a:gd name="f25" fmla="*/ 0 f17 1"/>
                <a:gd name="f26" fmla="*/ 1319770 f16 1"/>
                <a:gd name="f27" fmla="+- f18 0 f1"/>
                <a:gd name="f28" fmla="*/ f21 1 2676646"/>
                <a:gd name="f29" fmla="*/ f22 1 1356876"/>
                <a:gd name="f30" fmla="*/ f23 1 2676646"/>
                <a:gd name="f31" fmla="*/ f24 1 1356876"/>
                <a:gd name="f32" fmla="*/ f25 1 2676646"/>
                <a:gd name="f33" fmla="*/ f26 1 1356876"/>
                <a:gd name="f34" fmla="*/ f12 1 f19"/>
                <a:gd name="f35" fmla="*/ f13 1 f19"/>
                <a:gd name="f36" fmla="*/ f12 1 f20"/>
                <a:gd name="f37" fmla="*/ f14 1 f20"/>
                <a:gd name="f38" fmla="*/ f28 1 f19"/>
                <a:gd name="f39" fmla="*/ f29 1 f20"/>
                <a:gd name="f40" fmla="*/ f30 1 f19"/>
                <a:gd name="f41" fmla="*/ f31 1 f20"/>
                <a:gd name="f42" fmla="*/ f32 1 f19"/>
                <a:gd name="f43" fmla="*/ f33 1 f20"/>
                <a:gd name="f44" fmla="*/ f34 f10 1"/>
                <a:gd name="f45" fmla="*/ f35 f10 1"/>
                <a:gd name="f46" fmla="*/ f37 f11 1"/>
                <a:gd name="f47" fmla="*/ f36 f11 1"/>
                <a:gd name="f48" fmla="*/ f38 f10 1"/>
                <a:gd name="f49" fmla="*/ f39 f11 1"/>
                <a:gd name="f50" fmla="*/ f40 f10 1"/>
                <a:gd name="f51" fmla="*/ f41 f11 1"/>
                <a:gd name="f52" fmla="*/ f42 f10 1"/>
                <a:gd name="f53" fmla="*/ f43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48" y="f49"/>
                </a:cxn>
                <a:cxn ang="f27">
                  <a:pos x="f50" y="f51"/>
                </a:cxn>
                <a:cxn ang="f27">
                  <a:pos x="f52" y="f51"/>
                </a:cxn>
                <a:cxn ang="f27">
                  <a:pos x="f52" y="f53"/>
                </a:cxn>
              </a:cxnLst>
              <a:rect l="f44" t="f47" r="f45" b="f46"/>
              <a:pathLst>
                <a:path w="2676646" h="1356876">
                  <a:moveTo>
                    <a:pt x="f8" y="f5"/>
                  </a:moveTo>
                  <a:lnTo>
                    <a:pt x="f6" y="f7"/>
                  </a:lnTo>
                  <a:lnTo>
                    <a:pt x="f5" y="f7"/>
                  </a:lnTo>
                  <a:lnTo>
                    <a:pt x="f5" y="f8"/>
                  </a:lnTo>
                  <a:close/>
                </a:path>
              </a:pathLst>
            </a:custGeom>
            <a:blipFill>
              <a:blip r:embed="rId4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9A8D24C9-6C9D-7B20-7877-D1E337820BE1}"/>
                </a:ext>
              </a:extLst>
            </p:cNvPr>
            <p:cNvSpPr/>
            <p:nvPr/>
          </p:nvSpPr>
          <p:spPr>
            <a:xfrm rot="13499997">
              <a:off x="-1226104" y="1737458"/>
              <a:ext cx="2416018" cy="24160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blipFill>
              <a:blip r:embed="rId5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grpSp>
          <p:nvGrpSpPr>
            <p:cNvPr id="14" name="Groupe 11">
              <a:extLst>
                <a:ext uri="{FF2B5EF4-FFF2-40B4-BE49-F238E27FC236}">
                  <a16:creationId xmlns:a16="http://schemas.microsoft.com/office/drawing/2014/main" id="{6700B7E2-9D9A-F03D-3E5B-9C6D611376F5}"/>
                </a:ext>
              </a:extLst>
            </p:cNvPr>
            <p:cNvGrpSpPr/>
            <p:nvPr/>
          </p:nvGrpSpPr>
          <p:grpSpPr>
            <a:xfrm>
              <a:off x="-760405" y="4672941"/>
              <a:ext cx="1520811" cy="1520811"/>
              <a:chOff x="-760405" y="4672941"/>
              <a:chExt cx="1520811" cy="1520811"/>
            </a:xfrm>
          </p:grpSpPr>
          <p:sp>
            <p:nvSpPr>
              <p:cNvPr id="15" name="Forme libre : Forme 12">
                <a:extLst>
                  <a:ext uri="{FF2B5EF4-FFF2-40B4-BE49-F238E27FC236}">
                    <a16:creationId xmlns:a16="http://schemas.microsoft.com/office/drawing/2014/main" id="{00F2347F-3551-E89C-FDC7-EB7965D8CA54}"/>
                  </a:ext>
                </a:extLst>
              </p:cNvPr>
              <p:cNvSpPr/>
              <p:nvPr/>
            </p:nvSpPr>
            <p:spPr>
              <a:xfrm rot="18899994" flipH="1">
                <a:off x="-760405" y="4672941"/>
                <a:ext cx="1520811" cy="1520811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754341"/>
                  <a:gd name="f7" fmla="+- 0 0 -90"/>
                  <a:gd name="f8" fmla="*/ f3 1 754341"/>
                  <a:gd name="f9" fmla="*/ f4 1 754341"/>
                  <a:gd name="f10" fmla="val f5"/>
                  <a:gd name="f11" fmla="val f6"/>
                  <a:gd name="f12" fmla="*/ f7 f0 1"/>
                  <a:gd name="f13" fmla="+- f11 0 f10"/>
                  <a:gd name="f14" fmla="*/ f12 1 f2"/>
                  <a:gd name="f15" fmla="*/ f13 1 754341"/>
                  <a:gd name="f16" fmla="*/ 754341 f13 1"/>
                  <a:gd name="f17" fmla="*/ 0 f13 1"/>
                  <a:gd name="f18" fmla="+- f14 0 f1"/>
                  <a:gd name="f19" fmla="*/ f16 1 754341"/>
                  <a:gd name="f20" fmla="*/ f17 1 754341"/>
                  <a:gd name="f21" fmla="*/ f10 1 f15"/>
                  <a:gd name="f22" fmla="*/ f11 1 f15"/>
                  <a:gd name="f23" fmla="*/ f19 1 f15"/>
                  <a:gd name="f24" fmla="*/ f20 1 f15"/>
                  <a:gd name="f25" fmla="*/ f21 f8 1"/>
                  <a:gd name="f26" fmla="*/ f22 f8 1"/>
                  <a:gd name="f27" fmla="*/ f22 f9 1"/>
                  <a:gd name="f28" fmla="*/ f21 f9 1"/>
                  <a:gd name="f29" fmla="*/ f23 f8 1"/>
                  <a:gd name="f30" fmla="*/ f23 f9 1"/>
                  <a:gd name="f31" fmla="*/ f24 f8 1"/>
                  <a:gd name="f32" fmla="*/ f24 f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8">
                    <a:pos x="f29" y="f30"/>
                  </a:cxn>
                  <a:cxn ang="f18">
                    <a:pos x="f31" y="f30"/>
                  </a:cxn>
                  <a:cxn ang="f18">
                    <a:pos x="f31" y="f32"/>
                  </a:cxn>
                </a:cxnLst>
                <a:rect l="f25" t="f28" r="f26" b="f27"/>
                <a:pathLst>
                  <a:path w="754341" h="754341">
                    <a:moveTo>
                      <a:pt x="f6" y="f6"/>
                    </a:moveTo>
                    <a:lnTo>
                      <a:pt x="f5" y="f6"/>
                    </a:lnTo>
                    <a:lnTo>
                      <a:pt x="f5" y="f5"/>
                    </a:lnTo>
                    <a:close/>
                  </a:path>
                </a:pathLst>
              </a:custGeom>
              <a:solidFill>
                <a:srgbClr val="003352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fr-FR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6" name="Forme libre : Forme 12">
                <a:extLst>
                  <a:ext uri="{FF2B5EF4-FFF2-40B4-BE49-F238E27FC236}">
                    <a16:creationId xmlns:a16="http://schemas.microsoft.com/office/drawing/2014/main" id="{63DEA972-D0C3-4EB8-5083-C141CC0E8675}"/>
                  </a:ext>
                </a:extLst>
              </p:cNvPr>
              <p:cNvSpPr/>
              <p:nvPr/>
            </p:nvSpPr>
            <p:spPr>
              <a:xfrm rot="13499997">
                <a:off x="-581110" y="4833774"/>
                <a:ext cx="1144152" cy="1144152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754341"/>
                  <a:gd name="f7" fmla="+- 0 0 -90"/>
                  <a:gd name="f8" fmla="*/ f3 1 754341"/>
                  <a:gd name="f9" fmla="*/ f4 1 754341"/>
                  <a:gd name="f10" fmla="val f5"/>
                  <a:gd name="f11" fmla="val f6"/>
                  <a:gd name="f12" fmla="*/ f7 f0 1"/>
                  <a:gd name="f13" fmla="+- f11 0 f10"/>
                  <a:gd name="f14" fmla="*/ f12 1 f2"/>
                  <a:gd name="f15" fmla="*/ f13 1 754341"/>
                  <a:gd name="f16" fmla="*/ 754341 f13 1"/>
                  <a:gd name="f17" fmla="*/ 0 f13 1"/>
                  <a:gd name="f18" fmla="+- f14 0 f1"/>
                  <a:gd name="f19" fmla="*/ f16 1 754341"/>
                  <a:gd name="f20" fmla="*/ f17 1 754341"/>
                  <a:gd name="f21" fmla="*/ f10 1 f15"/>
                  <a:gd name="f22" fmla="*/ f11 1 f15"/>
                  <a:gd name="f23" fmla="*/ f19 1 f15"/>
                  <a:gd name="f24" fmla="*/ f20 1 f15"/>
                  <a:gd name="f25" fmla="*/ f21 f8 1"/>
                  <a:gd name="f26" fmla="*/ f22 f8 1"/>
                  <a:gd name="f27" fmla="*/ f22 f9 1"/>
                  <a:gd name="f28" fmla="*/ f21 f9 1"/>
                  <a:gd name="f29" fmla="*/ f23 f8 1"/>
                  <a:gd name="f30" fmla="*/ f23 f9 1"/>
                  <a:gd name="f31" fmla="*/ f24 f8 1"/>
                  <a:gd name="f32" fmla="*/ f24 f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8">
                    <a:pos x="f29" y="f30"/>
                  </a:cxn>
                  <a:cxn ang="f18">
                    <a:pos x="f31" y="f30"/>
                  </a:cxn>
                  <a:cxn ang="f18">
                    <a:pos x="f31" y="f32"/>
                  </a:cxn>
                </a:cxnLst>
                <a:rect l="f25" t="f28" r="f26" b="f27"/>
                <a:pathLst>
                  <a:path w="754341" h="754341">
                    <a:moveTo>
                      <a:pt x="f6" y="f6"/>
                    </a:moveTo>
                    <a:lnTo>
                      <a:pt x="f5" y="f6"/>
                    </a:lnTo>
                    <a:lnTo>
                      <a:pt x="f5" y="f5"/>
                    </a:lnTo>
                    <a:close/>
                  </a:path>
                </a:pathLst>
              </a:custGeom>
              <a:blipFill>
                <a:blip r:embed="rId5">
                  <a:alphaModFix/>
                </a:blip>
                <a:tile/>
              </a:blip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fr-FR" sz="1800" b="0" i="0" u="none" strike="noStrike" kern="1200" cap="none" spc="0" baseline="0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17" name="Titre 1">
            <a:extLst>
              <a:ext uri="{FF2B5EF4-FFF2-40B4-BE49-F238E27FC236}">
                <a16:creationId xmlns:a16="http://schemas.microsoft.com/office/drawing/2014/main" id="{7F0BA0AB-6CC5-AAE2-179D-CC167B26D03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61488" y="2395728"/>
            <a:ext cx="7077456" cy="1243584"/>
          </a:xfrm>
        </p:spPr>
        <p:txBody>
          <a:bodyPr anchor="b">
            <a:noAutofit/>
          </a:bodyPr>
          <a:lstStyle>
            <a:lvl1pPr>
              <a:defRPr sz="6600" b="1">
                <a:solidFill>
                  <a:srgbClr val="47C3D3"/>
                </a:solidFill>
                <a:ea typeface="Tahoma" pitchFamily="34"/>
                <a:cs typeface="Tahoma" pitchFamily="34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8" name="Sous-titre 2">
            <a:extLst>
              <a:ext uri="{FF2B5EF4-FFF2-40B4-BE49-F238E27FC236}">
                <a16:creationId xmlns:a16="http://schemas.microsoft.com/office/drawing/2014/main" id="{AC821C1A-A481-4088-5308-E58374F547E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/>
          <a:lstStyle>
            <a:lvl1pPr>
              <a:buNone/>
              <a:defRPr sz="1800" spc="300">
                <a:solidFill>
                  <a:srgbClr val="FFFFFF"/>
                </a:solidFill>
                <a:cs typeface="Arial" pitchFamily="34"/>
              </a:defRPr>
            </a:lvl1pPr>
          </a:lstStyle>
          <a:p>
            <a:pPr lvl="0"/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7042641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A716A60-27C8-BA13-B048-C57BDC7A95E5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C43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Forme libre : Forme 7">
            <a:extLst>
              <a:ext uri="{FF2B5EF4-FFF2-40B4-BE49-F238E27FC236}">
                <a16:creationId xmlns:a16="http://schemas.microsoft.com/office/drawing/2014/main" id="{137324E7-0955-E900-8161-5201FB5DC507}"/>
              </a:ext>
            </a:extLst>
          </p:cNvPr>
          <p:cNvSpPr/>
          <p:nvPr/>
        </p:nvSpPr>
        <p:spPr>
          <a:xfrm>
            <a:off x="0" y="0"/>
            <a:ext cx="12191996" cy="686274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192000"/>
              <a:gd name="f7" fmla="val 6849743"/>
              <a:gd name="f8" fmla="val 7554712"/>
              <a:gd name="f9" fmla="val 10266645"/>
              <a:gd name="f10" fmla="val 2711934"/>
              <a:gd name="f11" fmla="val 11289529"/>
              <a:gd name="f12" fmla="val 12191999"/>
              <a:gd name="f13" fmla="val 3614404"/>
              <a:gd name="f14" fmla="+- 0 0 -90"/>
              <a:gd name="f15" fmla="*/ f3 1 12192000"/>
              <a:gd name="f16" fmla="*/ f4 1 6849743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12192000"/>
              <a:gd name="f25" fmla="*/ f21 1 6849743"/>
              <a:gd name="f26" fmla="*/ 0 f22 1"/>
              <a:gd name="f27" fmla="*/ 0 f21 1"/>
              <a:gd name="f28" fmla="*/ 7554712 f22 1"/>
              <a:gd name="f29" fmla="*/ 10266645 f22 1"/>
              <a:gd name="f30" fmla="*/ 2711934 f21 1"/>
              <a:gd name="f31" fmla="*/ 11289529 f22 1"/>
              <a:gd name="f32" fmla="*/ 12191999 f22 1"/>
              <a:gd name="f33" fmla="*/ 3614404 f21 1"/>
              <a:gd name="f34" fmla="*/ 12192000 f22 1"/>
              <a:gd name="f35" fmla="*/ 6849743 f21 1"/>
              <a:gd name="f36" fmla="+- f23 0 f1"/>
              <a:gd name="f37" fmla="*/ f26 1 12192000"/>
              <a:gd name="f38" fmla="*/ f27 1 6849743"/>
              <a:gd name="f39" fmla="*/ f28 1 12192000"/>
              <a:gd name="f40" fmla="*/ f29 1 12192000"/>
              <a:gd name="f41" fmla="*/ f30 1 6849743"/>
              <a:gd name="f42" fmla="*/ f31 1 12192000"/>
              <a:gd name="f43" fmla="*/ f32 1 12192000"/>
              <a:gd name="f44" fmla="*/ f33 1 6849743"/>
              <a:gd name="f45" fmla="*/ f34 1 12192000"/>
              <a:gd name="f46" fmla="*/ f35 1 6849743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4"/>
              <a:gd name="f54" fmla="*/ f40 1 f24"/>
              <a:gd name="f55" fmla="*/ f41 1 f25"/>
              <a:gd name="f56" fmla="*/ f42 1 f24"/>
              <a:gd name="f57" fmla="*/ f43 1 f24"/>
              <a:gd name="f58" fmla="*/ f44 1 f25"/>
              <a:gd name="f59" fmla="*/ f45 1 f24"/>
              <a:gd name="f60" fmla="*/ f46 1 f25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5 1"/>
              <a:gd name="f68" fmla="*/ f54 f15 1"/>
              <a:gd name="f69" fmla="*/ f55 f16 1"/>
              <a:gd name="f70" fmla="*/ f56 f15 1"/>
              <a:gd name="f71" fmla="*/ f57 f15 1"/>
              <a:gd name="f72" fmla="*/ f58 f16 1"/>
              <a:gd name="f73" fmla="*/ f59 f15 1"/>
              <a:gd name="f74" fmla="*/ f6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7" y="f66"/>
              </a:cxn>
              <a:cxn ang="f36">
                <a:pos x="f68" y="f69"/>
              </a:cxn>
              <a:cxn ang="f36">
                <a:pos x="f70" y="f69"/>
              </a:cxn>
              <a:cxn ang="f36">
                <a:pos x="f71" y="f72"/>
              </a:cxn>
              <a:cxn ang="f36">
                <a:pos x="f73" y="f74"/>
              </a:cxn>
              <a:cxn ang="f36">
                <a:pos x="f65" y="f74"/>
              </a:cxn>
            </a:cxnLst>
            <a:rect l="f61" t="f64" r="f62" b="f63"/>
            <a:pathLst>
              <a:path w="12192000" h="6849743">
                <a:moveTo>
                  <a:pt x="f5" y="f5"/>
                </a:moveTo>
                <a:lnTo>
                  <a:pt x="f8" y="f5"/>
                </a:lnTo>
                <a:lnTo>
                  <a:pt x="f9" y="f10"/>
                </a:lnTo>
                <a:lnTo>
                  <a:pt x="f11" y="f10"/>
                </a:lnTo>
                <a:lnTo>
                  <a:pt x="f12" y="f13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47C3D3">
              <a:alpha val="7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rme libre : Forme 8">
            <a:extLst>
              <a:ext uri="{FF2B5EF4-FFF2-40B4-BE49-F238E27FC236}">
                <a16:creationId xmlns:a16="http://schemas.microsoft.com/office/drawing/2014/main" id="{7778FCBE-F52A-62AE-28C7-0F8ACE15D909}"/>
              </a:ext>
            </a:extLst>
          </p:cNvPr>
          <p:cNvSpPr/>
          <p:nvPr/>
        </p:nvSpPr>
        <p:spPr>
          <a:xfrm rot="16199987" flipV="1">
            <a:off x="2626802" y="-2626810"/>
            <a:ext cx="6862745" cy="1211634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53871"/>
              <a:gd name="f7" fmla="val 12116353"/>
              <a:gd name="f8" fmla="val 8014954"/>
              <a:gd name="f9" fmla="val 4141930"/>
              <a:gd name="f10" fmla="val 8014952"/>
              <a:gd name="f11" fmla="val 5293882"/>
              <a:gd name="f12" fmla="val 4141928"/>
              <a:gd name="f13" fmla="+- 0 0 -90"/>
              <a:gd name="f14" fmla="*/ f3 1 6853871"/>
              <a:gd name="f15" fmla="*/ f4 1 12116353"/>
              <a:gd name="f16" fmla="val f5"/>
              <a:gd name="f17" fmla="val f6"/>
              <a:gd name="f18" fmla="val f7"/>
              <a:gd name="f19" fmla="*/ f13 f0 1"/>
              <a:gd name="f20" fmla="+- f18 0 f16"/>
              <a:gd name="f21" fmla="+- f17 0 f16"/>
              <a:gd name="f22" fmla="*/ f19 1 f2"/>
              <a:gd name="f23" fmla="*/ f21 1 6853871"/>
              <a:gd name="f24" fmla="*/ f20 1 12116353"/>
              <a:gd name="f25" fmla="*/ 6853871 f21 1"/>
              <a:gd name="f26" fmla="*/ 12116353 f20 1"/>
              <a:gd name="f27" fmla="*/ 8014954 f20 1"/>
              <a:gd name="f28" fmla="*/ 4141930 f21 1"/>
              <a:gd name="f29" fmla="*/ 8014952 f20 1"/>
              <a:gd name="f30" fmla="*/ 5293882 f20 1"/>
              <a:gd name="f31" fmla="*/ 4141928 f20 1"/>
              <a:gd name="f32" fmla="*/ 0 f21 1"/>
              <a:gd name="f33" fmla="*/ 0 f20 1"/>
              <a:gd name="f34" fmla="+- f22 0 f1"/>
              <a:gd name="f35" fmla="*/ f25 1 6853871"/>
              <a:gd name="f36" fmla="*/ f26 1 12116353"/>
              <a:gd name="f37" fmla="*/ f27 1 12116353"/>
              <a:gd name="f38" fmla="*/ f28 1 6853871"/>
              <a:gd name="f39" fmla="*/ f29 1 12116353"/>
              <a:gd name="f40" fmla="*/ f30 1 12116353"/>
              <a:gd name="f41" fmla="*/ f31 1 12116353"/>
              <a:gd name="f42" fmla="*/ f32 1 6853871"/>
              <a:gd name="f43" fmla="*/ f33 1 12116353"/>
              <a:gd name="f44" fmla="*/ f16 1 f23"/>
              <a:gd name="f45" fmla="*/ f17 1 f23"/>
              <a:gd name="f46" fmla="*/ f16 1 f24"/>
              <a:gd name="f47" fmla="*/ f18 1 f24"/>
              <a:gd name="f48" fmla="*/ f35 1 f23"/>
              <a:gd name="f49" fmla="*/ f36 1 f24"/>
              <a:gd name="f50" fmla="*/ f37 1 f24"/>
              <a:gd name="f51" fmla="*/ f38 1 f23"/>
              <a:gd name="f52" fmla="*/ f39 1 f24"/>
              <a:gd name="f53" fmla="*/ f40 1 f24"/>
              <a:gd name="f54" fmla="*/ f41 1 f24"/>
              <a:gd name="f55" fmla="*/ f42 1 f23"/>
              <a:gd name="f56" fmla="*/ f43 1 f24"/>
              <a:gd name="f57" fmla="*/ f44 f14 1"/>
              <a:gd name="f58" fmla="*/ f45 f14 1"/>
              <a:gd name="f59" fmla="*/ f47 f15 1"/>
              <a:gd name="f60" fmla="*/ f46 f15 1"/>
              <a:gd name="f61" fmla="*/ f48 f14 1"/>
              <a:gd name="f62" fmla="*/ f49 f15 1"/>
              <a:gd name="f63" fmla="*/ f50 f15 1"/>
              <a:gd name="f64" fmla="*/ f51 f14 1"/>
              <a:gd name="f65" fmla="*/ f52 f15 1"/>
              <a:gd name="f66" fmla="*/ f53 f15 1"/>
              <a:gd name="f67" fmla="*/ f54 f15 1"/>
              <a:gd name="f68" fmla="*/ f55 f14 1"/>
              <a:gd name="f69" fmla="*/ f56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4">
                <a:pos x="f61" y="f62"/>
              </a:cxn>
              <a:cxn ang="f34">
                <a:pos x="f61" y="f63"/>
              </a:cxn>
              <a:cxn ang="f34">
                <a:pos x="f64" y="f63"/>
              </a:cxn>
              <a:cxn ang="f34">
                <a:pos x="f64" y="f65"/>
              </a:cxn>
              <a:cxn ang="f34">
                <a:pos x="f61" y="f65"/>
              </a:cxn>
              <a:cxn ang="f34">
                <a:pos x="f64" y="f66"/>
              </a:cxn>
              <a:cxn ang="f34">
                <a:pos x="f64" y="f67"/>
              </a:cxn>
              <a:cxn ang="f34">
                <a:pos x="f68" y="f69"/>
              </a:cxn>
              <a:cxn ang="f34">
                <a:pos x="f68" y="f62"/>
              </a:cxn>
            </a:cxnLst>
            <a:rect l="f57" t="f60" r="f58" b="f59"/>
            <a:pathLst>
              <a:path w="6853871" h="12116353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2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Triangle droit 9">
            <a:extLst>
              <a:ext uri="{FF2B5EF4-FFF2-40B4-BE49-F238E27FC236}">
                <a16:creationId xmlns:a16="http://schemas.microsoft.com/office/drawing/2014/main" id="{91395E3F-9B4D-0A60-4D9F-209BC62D0AE4}"/>
              </a:ext>
            </a:extLst>
          </p:cNvPr>
          <p:cNvSpPr/>
          <p:nvPr/>
        </p:nvSpPr>
        <p:spPr>
          <a:xfrm rot="5399996" flipV="1">
            <a:off x="5851012" y="-10648"/>
            <a:ext cx="6326157" cy="634745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val f6"/>
              <a:gd name="f14" fmla="*/ f7 f0 1"/>
              <a:gd name="f15" fmla="*/ f8 f0 1"/>
              <a:gd name="f16" fmla="*/ f9 f0 1"/>
              <a:gd name="f17" fmla="?: f10 f3 1"/>
              <a:gd name="f18" fmla="?: f11 f4 1"/>
              <a:gd name="f19" fmla="?: f12 f5 1"/>
              <a:gd name="f20" fmla="*/ f14 1 f2"/>
              <a:gd name="f21" fmla="*/ f15 1 f2"/>
              <a:gd name="f22" fmla="*/ f16 1 f2"/>
              <a:gd name="f23" fmla="*/ f17 1 21600"/>
              <a:gd name="f24" fmla="*/ f18 1 21600"/>
              <a:gd name="f25" fmla="*/ 21600 f17 1"/>
              <a:gd name="f26" fmla="*/ 21600 f18 1"/>
              <a:gd name="f27" fmla="+- f20 0 f1"/>
              <a:gd name="f28" fmla="+- f21 0 f1"/>
              <a:gd name="f29" fmla="+- f22 0 f1"/>
              <a:gd name="f30" fmla="min f24 f23"/>
              <a:gd name="f31" fmla="*/ f25 1 f19"/>
              <a:gd name="f32" fmla="*/ f26 1 f19"/>
              <a:gd name="f33" fmla="val f31"/>
              <a:gd name="f34" fmla="val f32"/>
              <a:gd name="f35" fmla="*/ f13 f30 1"/>
              <a:gd name="f36" fmla="+- f34 0 f13"/>
              <a:gd name="f37" fmla="+- f33 0 f13"/>
              <a:gd name="f38" fmla="*/ f34 f30 1"/>
              <a:gd name="f39" fmla="*/ f33 f30 1"/>
              <a:gd name="f40" fmla="*/ f36 1 2"/>
              <a:gd name="f41" fmla="*/ f37 1 2"/>
              <a:gd name="f42" fmla="*/ f37 1 12"/>
              <a:gd name="f43" fmla="*/ f36 7 1"/>
              <a:gd name="f44" fmla="*/ f37 7 1"/>
              <a:gd name="f45" fmla="*/ f36 11 1"/>
              <a:gd name="f46" fmla="+- f13 f40 0"/>
              <a:gd name="f47" fmla="+- f13 f41 0"/>
              <a:gd name="f48" fmla="*/ f43 1 12"/>
              <a:gd name="f49" fmla="*/ f44 1 12"/>
              <a:gd name="f50" fmla="*/ f45 1 12"/>
              <a:gd name="f51" fmla="*/ f42 f30 1"/>
              <a:gd name="f52" fmla="*/ f48 f30 1"/>
              <a:gd name="f53" fmla="*/ f49 f30 1"/>
              <a:gd name="f54" fmla="*/ f50 f30 1"/>
              <a:gd name="f55" fmla="*/ f47 f30 1"/>
              <a:gd name="f56" fmla="*/ f46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5" y="f35"/>
              </a:cxn>
              <a:cxn ang="f28">
                <a:pos x="f35" y="f38"/>
              </a:cxn>
              <a:cxn ang="f28">
                <a:pos x="f39" y="f38"/>
              </a:cxn>
              <a:cxn ang="f29">
                <a:pos x="f55" y="f56"/>
              </a:cxn>
            </a:cxnLst>
            <a:rect l="f51" t="f52" r="f53" b="f54"/>
            <a:pathLst>
              <a:path>
                <a:moveTo>
                  <a:pt x="f35" y="f38"/>
                </a:moveTo>
                <a:lnTo>
                  <a:pt x="f35" y="f35"/>
                </a:lnTo>
                <a:lnTo>
                  <a:pt x="f39" y="f38"/>
                </a:lnTo>
                <a:close/>
              </a:path>
            </a:pathLst>
          </a:custGeom>
          <a:solidFill>
            <a:srgbClr val="00335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Forme libre : Forme 10">
            <a:extLst>
              <a:ext uri="{FF2B5EF4-FFF2-40B4-BE49-F238E27FC236}">
                <a16:creationId xmlns:a16="http://schemas.microsoft.com/office/drawing/2014/main" id="{CBADBF28-9293-0920-B5F7-CA16D2355D61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>
              <a:alpha val="9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Forme libre : Forme 11">
            <a:extLst>
              <a:ext uri="{FF2B5EF4-FFF2-40B4-BE49-F238E27FC236}">
                <a16:creationId xmlns:a16="http://schemas.microsoft.com/office/drawing/2014/main" id="{213E6762-DE65-1ED8-E4D9-16C000006460}"/>
              </a:ext>
            </a:extLst>
          </p:cNvPr>
          <p:cNvSpPr/>
          <p:nvPr/>
        </p:nvSpPr>
        <p:spPr>
          <a:xfrm rot="2700006">
            <a:off x="9668984" y="1404390"/>
            <a:ext cx="4406146" cy="5299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406148"/>
              <a:gd name="f7" fmla="val 5299239"/>
              <a:gd name="f8" fmla="val 4406147"/>
              <a:gd name="f9" fmla="val 3513056"/>
              <a:gd name="f10" fmla="val 1"/>
              <a:gd name="f11" fmla="+- 0 0 -90"/>
              <a:gd name="f12" fmla="*/ f3 1 4406148"/>
              <a:gd name="f13" fmla="*/ f4 1 5299239"/>
              <a:gd name="f14" fmla="val f5"/>
              <a:gd name="f15" fmla="val f6"/>
              <a:gd name="f16" fmla="val f7"/>
              <a:gd name="f17" fmla="*/ f11 f0 1"/>
              <a:gd name="f18" fmla="+- f16 0 f14"/>
              <a:gd name="f19" fmla="+- f15 0 f14"/>
              <a:gd name="f20" fmla="*/ f17 1 f2"/>
              <a:gd name="f21" fmla="*/ f19 1 4406148"/>
              <a:gd name="f22" fmla="*/ f18 1 5299239"/>
              <a:gd name="f23" fmla="*/ 0 f19 1"/>
              <a:gd name="f24" fmla="*/ 0 f18 1"/>
              <a:gd name="f25" fmla="*/ 4406148 f19 1"/>
              <a:gd name="f26" fmla="*/ 4406147 f18 1"/>
              <a:gd name="f27" fmla="*/ 3513056 f19 1"/>
              <a:gd name="f28" fmla="*/ 5299239 f18 1"/>
              <a:gd name="f29" fmla="*/ 1 f19 1"/>
              <a:gd name="f30" fmla="+- f20 0 f1"/>
              <a:gd name="f31" fmla="*/ f23 1 4406148"/>
              <a:gd name="f32" fmla="*/ f24 1 5299239"/>
              <a:gd name="f33" fmla="*/ f25 1 4406148"/>
              <a:gd name="f34" fmla="*/ f26 1 5299239"/>
              <a:gd name="f35" fmla="*/ f27 1 4406148"/>
              <a:gd name="f36" fmla="*/ f28 1 5299239"/>
              <a:gd name="f37" fmla="*/ f29 1 4406148"/>
              <a:gd name="f38" fmla="*/ f14 1 f21"/>
              <a:gd name="f39" fmla="*/ f15 1 f21"/>
              <a:gd name="f40" fmla="*/ f14 1 f22"/>
              <a:gd name="f41" fmla="*/ f16 1 f22"/>
              <a:gd name="f42" fmla="*/ f31 1 f21"/>
              <a:gd name="f43" fmla="*/ f32 1 f22"/>
              <a:gd name="f44" fmla="*/ f33 1 f21"/>
              <a:gd name="f45" fmla="*/ f34 1 f22"/>
              <a:gd name="f46" fmla="*/ f35 1 f21"/>
              <a:gd name="f47" fmla="*/ f36 1 f22"/>
              <a:gd name="f48" fmla="*/ f37 1 f21"/>
              <a:gd name="f49" fmla="*/ f38 f12 1"/>
              <a:gd name="f50" fmla="*/ f39 f12 1"/>
              <a:gd name="f51" fmla="*/ f41 f13 1"/>
              <a:gd name="f52" fmla="*/ f40 f13 1"/>
              <a:gd name="f53" fmla="*/ f42 f12 1"/>
              <a:gd name="f54" fmla="*/ f43 f13 1"/>
              <a:gd name="f55" fmla="*/ f44 f12 1"/>
              <a:gd name="f56" fmla="*/ f45 f13 1"/>
              <a:gd name="f57" fmla="*/ f46 f12 1"/>
              <a:gd name="f58" fmla="*/ f47 f13 1"/>
              <a:gd name="f59" fmla="*/ f48 f1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3" y="f54"/>
              </a:cxn>
              <a:cxn ang="f30">
                <a:pos x="f55" y="f56"/>
              </a:cxn>
              <a:cxn ang="f30">
                <a:pos x="f57" y="f58"/>
              </a:cxn>
              <a:cxn ang="f30">
                <a:pos x="f59" y="f58"/>
              </a:cxn>
            </a:cxnLst>
            <a:rect l="f49" t="f52" r="f50" b="f51"/>
            <a:pathLst>
              <a:path w="4406148" h="5299239">
                <a:moveTo>
                  <a:pt x="f5" y="f5"/>
                </a:moveTo>
                <a:lnTo>
                  <a:pt x="f6" y="f8"/>
                </a:lnTo>
                <a:lnTo>
                  <a:pt x="f9" y="f7"/>
                </a:lnTo>
                <a:lnTo>
                  <a:pt x="f10" y="f7"/>
                </a:lnTo>
                <a:close/>
              </a:path>
            </a:pathLst>
          </a:custGeom>
          <a:solidFill>
            <a:srgbClr val="00335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" name="Forme libre : Forme 12">
            <a:extLst>
              <a:ext uri="{FF2B5EF4-FFF2-40B4-BE49-F238E27FC236}">
                <a16:creationId xmlns:a16="http://schemas.microsoft.com/office/drawing/2014/main" id="{67B43994-937A-5D7B-8A29-44931BDAE4DA}"/>
              </a:ext>
            </a:extLst>
          </p:cNvPr>
          <p:cNvSpPr/>
          <p:nvPr/>
        </p:nvSpPr>
        <p:spPr>
          <a:xfrm rot="8100003" flipH="1">
            <a:off x="9583579" y="1088100"/>
            <a:ext cx="5072176" cy="48435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072180"/>
              <a:gd name="f7" fmla="val 4843502"/>
              <a:gd name="f8" fmla="val 4843501"/>
              <a:gd name="f9" fmla="val 228679"/>
              <a:gd name="f10" fmla="val 1"/>
              <a:gd name="f11" fmla="val 228678"/>
              <a:gd name="f12" fmla="+- 0 0 -90"/>
              <a:gd name="f13" fmla="*/ f3 1 5072180"/>
              <a:gd name="f14" fmla="*/ f4 1 4843502"/>
              <a:gd name="f15" fmla="val f5"/>
              <a:gd name="f16" fmla="val f6"/>
              <a:gd name="f17" fmla="val f7"/>
              <a:gd name="f18" fmla="*/ f12 f0 1"/>
              <a:gd name="f19" fmla="+- f17 0 f15"/>
              <a:gd name="f20" fmla="+- f16 0 f15"/>
              <a:gd name="f21" fmla="*/ f18 1 f2"/>
              <a:gd name="f22" fmla="*/ f20 1 5072180"/>
              <a:gd name="f23" fmla="*/ f19 1 4843502"/>
              <a:gd name="f24" fmla="*/ 5072180 f20 1"/>
              <a:gd name="f25" fmla="*/ 4843501 f19 1"/>
              <a:gd name="f26" fmla="*/ 228679 f20 1"/>
              <a:gd name="f27" fmla="*/ 0 f19 1"/>
              <a:gd name="f28" fmla="*/ 1 f20 1"/>
              <a:gd name="f29" fmla="*/ 228678 f19 1"/>
              <a:gd name="f30" fmla="*/ 0 f20 1"/>
              <a:gd name="f31" fmla="*/ 4843502 f19 1"/>
              <a:gd name="f32" fmla="+- f21 0 f1"/>
              <a:gd name="f33" fmla="*/ f24 1 5072180"/>
              <a:gd name="f34" fmla="*/ f25 1 4843502"/>
              <a:gd name="f35" fmla="*/ f26 1 5072180"/>
              <a:gd name="f36" fmla="*/ f27 1 4843502"/>
              <a:gd name="f37" fmla="*/ f28 1 5072180"/>
              <a:gd name="f38" fmla="*/ f29 1 4843502"/>
              <a:gd name="f39" fmla="*/ f30 1 5072180"/>
              <a:gd name="f40" fmla="*/ f31 1 4843502"/>
              <a:gd name="f41" fmla="*/ f15 1 f22"/>
              <a:gd name="f42" fmla="*/ f16 1 f22"/>
              <a:gd name="f43" fmla="*/ f15 1 f23"/>
              <a:gd name="f44" fmla="*/ f17 1 f23"/>
              <a:gd name="f45" fmla="*/ f33 1 f22"/>
              <a:gd name="f46" fmla="*/ f34 1 f23"/>
              <a:gd name="f47" fmla="*/ f35 1 f22"/>
              <a:gd name="f48" fmla="*/ f36 1 f23"/>
              <a:gd name="f49" fmla="*/ f37 1 f22"/>
              <a:gd name="f50" fmla="*/ f38 1 f23"/>
              <a:gd name="f51" fmla="*/ f39 1 f22"/>
              <a:gd name="f52" fmla="*/ f40 1 f23"/>
              <a:gd name="f53" fmla="*/ f41 f13 1"/>
              <a:gd name="f54" fmla="*/ f42 f13 1"/>
              <a:gd name="f55" fmla="*/ f44 f14 1"/>
              <a:gd name="f56" fmla="*/ f43 f14 1"/>
              <a:gd name="f57" fmla="*/ f45 f13 1"/>
              <a:gd name="f58" fmla="*/ f46 f14 1"/>
              <a:gd name="f59" fmla="*/ f47 f13 1"/>
              <a:gd name="f60" fmla="*/ f48 f14 1"/>
              <a:gd name="f61" fmla="*/ f49 f13 1"/>
              <a:gd name="f62" fmla="*/ f50 f14 1"/>
              <a:gd name="f63" fmla="*/ f51 f13 1"/>
              <a:gd name="f64" fmla="*/ f52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57" y="f58"/>
              </a:cxn>
              <a:cxn ang="f32">
                <a:pos x="f59" y="f60"/>
              </a:cxn>
              <a:cxn ang="f32">
                <a:pos x="f61" y="f62"/>
              </a:cxn>
              <a:cxn ang="f32">
                <a:pos x="f63" y="f64"/>
              </a:cxn>
            </a:cxnLst>
            <a:rect l="f53" t="f56" r="f54" b="f55"/>
            <a:pathLst>
              <a:path w="5072180" h="4843502">
                <a:moveTo>
                  <a:pt x="f6" y="f8"/>
                </a:moveTo>
                <a:lnTo>
                  <a:pt x="f9" y="f5"/>
                </a:lnTo>
                <a:lnTo>
                  <a:pt x="f10" y="f11"/>
                </a:lnTo>
                <a:lnTo>
                  <a:pt x="f5" y="f7"/>
                </a:lnTo>
                <a:close/>
              </a:path>
            </a:pathLst>
          </a:custGeom>
          <a:blipFill>
            <a:blip r:embed="rId3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Forme libre : Forme 13">
            <a:extLst>
              <a:ext uri="{FF2B5EF4-FFF2-40B4-BE49-F238E27FC236}">
                <a16:creationId xmlns:a16="http://schemas.microsoft.com/office/drawing/2014/main" id="{A8AFED1F-9FD1-231E-4931-6E7A2EC40999}"/>
              </a:ext>
            </a:extLst>
          </p:cNvPr>
          <p:cNvSpPr/>
          <p:nvPr/>
        </p:nvSpPr>
        <p:spPr>
          <a:xfrm rot="2700006">
            <a:off x="11438585" y="5665754"/>
            <a:ext cx="877778" cy="175555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77778"/>
              <a:gd name="f7" fmla="val 1755556"/>
              <a:gd name="f8" fmla="+- 0 0 -90"/>
              <a:gd name="f9" fmla="*/ f3 1 877778"/>
              <a:gd name="f10" fmla="*/ f4 1 1755556"/>
              <a:gd name="f11" fmla="val f5"/>
              <a:gd name="f12" fmla="val f6"/>
              <a:gd name="f13" fmla="val f7"/>
              <a:gd name="f14" fmla="*/ f8 f0 1"/>
              <a:gd name="f15" fmla="+- f13 0 f11"/>
              <a:gd name="f16" fmla="+- f12 0 f11"/>
              <a:gd name="f17" fmla="*/ f14 1 f2"/>
              <a:gd name="f18" fmla="*/ f16 1 877778"/>
              <a:gd name="f19" fmla="*/ f15 1 1755556"/>
              <a:gd name="f20" fmla="*/ 0 f16 1"/>
              <a:gd name="f21" fmla="*/ 0 f15 1"/>
              <a:gd name="f22" fmla="*/ 877778 f16 1"/>
              <a:gd name="f23" fmla="*/ 877778 f15 1"/>
              <a:gd name="f24" fmla="*/ 1755556 f15 1"/>
              <a:gd name="f25" fmla="+- f17 0 f1"/>
              <a:gd name="f26" fmla="*/ f20 1 877778"/>
              <a:gd name="f27" fmla="*/ f21 1 1755556"/>
              <a:gd name="f28" fmla="*/ f22 1 877778"/>
              <a:gd name="f29" fmla="*/ f23 1 1755556"/>
              <a:gd name="f30" fmla="*/ f24 1 1755556"/>
              <a:gd name="f31" fmla="*/ f11 1 f18"/>
              <a:gd name="f32" fmla="*/ f12 1 f18"/>
              <a:gd name="f33" fmla="*/ f11 1 f19"/>
              <a:gd name="f34" fmla="*/ f13 1 f19"/>
              <a:gd name="f35" fmla="*/ f26 1 f18"/>
              <a:gd name="f36" fmla="*/ f27 1 f19"/>
              <a:gd name="f37" fmla="*/ f28 1 f18"/>
              <a:gd name="f38" fmla="*/ f29 1 f19"/>
              <a:gd name="f39" fmla="*/ f30 1 f19"/>
              <a:gd name="f40" fmla="*/ f31 f9 1"/>
              <a:gd name="f41" fmla="*/ f32 f9 1"/>
              <a:gd name="f42" fmla="*/ f34 f10 1"/>
              <a:gd name="f43" fmla="*/ f33 f10 1"/>
              <a:gd name="f44" fmla="*/ f35 f9 1"/>
              <a:gd name="f45" fmla="*/ f36 f10 1"/>
              <a:gd name="f46" fmla="*/ f37 f9 1"/>
              <a:gd name="f47" fmla="*/ f38 f10 1"/>
              <a:gd name="f48" fmla="*/ f39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5">
                <a:pos x="f44" y="f45"/>
              </a:cxn>
              <a:cxn ang="f25">
                <a:pos x="f46" y="f47"/>
              </a:cxn>
              <a:cxn ang="f25">
                <a:pos x="f44" y="f48"/>
              </a:cxn>
            </a:cxnLst>
            <a:rect l="f40" t="f43" r="f41" b="f42"/>
            <a:pathLst>
              <a:path w="877778" h="1755556">
                <a:moveTo>
                  <a:pt x="f5" y="f5"/>
                </a:moveTo>
                <a:lnTo>
                  <a:pt x="f6" y="f6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Forme libre : Forme 14">
            <a:extLst>
              <a:ext uri="{FF2B5EF4-FFF2-40B4-BE49-F238E27FC236}">
                <a16:creationId xmlns:a16="http://schemas.microsoft.com/office/drawing/2014/main" id="{2FE98174-0DB3-00BD-22CF-00477615E07F}"/>
              </a:ext>
            </a:extLst>
          </p:cNvPr>
          <p:cNvSpPr/>
          <p:nvPr/>
        </p:nvSpPr>
        <p:spPr>
          <a:xfrm rot="8100003" flipH="1">
            <a:off x="10582267" y="5841403"/>
            <a:ext cx="2372346" cy="11861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372348"/>
              <a:gd name="f7" fmla="val 1186174"/>
              <a:gd name="f8" fmla="+- 0 0 -90"/>
              <a:gd name="f9" fmla="*/ f3 1 2372348"/>
              <a:gd name="f10" fmla="*/ f4 1 1186174"/>
              <a:gd name="f11" fmla="val f5"/>
              <a:gd name="f12" fmla="val f6"/>
              <a:gd name="f13" fmla="val f7"/>
              <a:gd name="f14" fmla="*/ f8 f0 1"/>
              <a:gd name="f15" fmla="+- f13 0 f11"/>
              <a:gd name="f16" fmla="+- f12 0 f11"/>
              <a:gd name="f17" fmla="*/ f14 1 f2"/>
              <a:gd name="f18" fmla="*/ f16 1 2372348"/>
              <a:gd name="f19" fmla="*/ f15 1 1186174"/>
              <a:gd name="f20" fmla="*/ 2372348 f16 1"/>
              <a:gd name="f21" fmla="*/ 1186174 f15 1"/>
              <a:gd name="f22" fmla="*/ 1186174 f16 1"/>
              <a:gd name="f23" fmla="*/ 0 f15 1"/>
              <a:gd name="f24" fmla="*/ 0 f16 1"/>
              <a:gd name="f25" fmla="+- f17 0 f1"/>
              <a:gd name="f26" fmla="*/ f20 1 2372348"/>
              <a:gd name="f27" fmla="*/ f21 1 1186174"/>
              <a:gd name="f28" fmla="*/ f22 1 2372348"/>
              <a:gd name="f29" fmla="*/ f23 1 1186174"/>
              <a:gd name="f30" fmla="*/ f24 1 2372348"/>
              <a:gd name="f31" fmla="*/ f11 1 f18"/>
              <a:gd name="f32" fmla="*/ f12 1 f18"/>
              <a:gd name="f33" fmla="*/ f11 1 f19"/>
              <a:gd name="f34" fmla="*/ f13 1 f19"/>
              <a:gd name="f35" fmla="*/ f26 1 f18"/>
              <a:gd name="f36" fmla="*/ f27 1 f19"/>
              <a:gd name="f37" fmla="*/ f28 1 f18"/>
              <a:gd name="f38" fmla="*/ f29 1 f19"/>
              <a:gd name="f39" fmla="*/ f30 1 f18"/>
              <a:gd name="f40" fmla="*/ f31 f9 1"/>
              <a:gd name="f41" fmla="*/ f32 f9 1"/>
              <a:gd name="f42" fmla="*/ f34 f10 1"/>
              <a:gd name="f43" fmla="*/ f33 f10 1"/>
              <a:gd name="f44" fmla="*/ f35 f9 1"/>
              <a:gd name="f45" fmla="*/ f36 f10 1"/>
              <a:gd name="f46" fmla="*/ f37 f9 1"/>
              <a:gd name="f47" fmla="*/ f38 f10 1"/>
              <a:gd name="f48" fmla="*/ f39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5">
                <a:pos x="f44" y="f45"/>
              </a:cxn>
              <a:cxn ang="f25">
                <a:pos x="f46" y="f47"/>
              </a:cxn>
              <a:cxn ang="f25">
                <a:pos x="f48" y="f45"/>
              </a:cxn>
            </a:cxnLst>
            <a:rect l="f40" t="f43" r="f41" b="f42"/>
            <a:pathLst>
              <a:path w="2372348" h="1186174">
                <a:moveTo>
                  <a:pt x="f6" y="f7"/>
                </a:moveTo>
                <a:lnTo>
                  <a:pt x="f7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4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11" name="Groupe 15">
            <a:extLst>
              <a:ext uri="{FF2B5EF4-FFF2-40B4-BE49-F238E27FC236}">
                <a16:creationId xmlns:a16="http://schemas.microsoft.com/office/drawing/2014/main" id="{3D21ED88-FF9E-59AC-0950-8686E6888328}"/>
              </a:ext>
            </a:extLst>
          </p:cNvPr>
          <p:cNvGrpSpPr/>
          <p:nvPr/>
        </p:nvGrpSpPr>
        <p:grpSpPr>
          <a:xfrm>
            <a:off x="284419" y="-770125"/>
            <a:ext cx="1826464" cy="1532004"/>
            <a:chOff x="284419" y="-770125"/>
            <a:chExt cx="1826464" cy="1532004"/>
          </a:xfrm>
        </p:grpSpPr>
        <p:sp>
          <p:nvSpPr>
            <p:cNvPr id="12" name="Forme libre : Forme 16">
              <a:extLst>
                <a:ext uri="{FF2B5EF4-FFF2-40B4-BE49-F238E27FC236}">
                  <a16:creationId xmlns:a16="http://schemas.microsoft.com/office/drawing/2014/main" id="{CDB79885-0DFC-8526-0AA1-B9E4AC145850}"/>
                </a:ext>
              </a:extLst>
            </p:cNvPr>
            <p:cNvSpPr/>
            <p:nvPr/>
          </p:nvSpPr>
          <p:spPr>
            <a:xfrm rot="18900010">
              <a:off x="578879" y="-770125"/>
              <a:ext cx="1532004" cy="153200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" name="Forme libre : Forme 17">
              <a:extLst>
                <a:ext uri="{FF2B5EF4-FFF2-40B4-BE49-F238E27FC236}">
                  <a16:creationId xmlns:a16="http://schemas.microsoft.com/office/drawing/2014/main" id="{69F50B1F-36C1-00E9-3A8A-BB545335EB5D}"/>
                </a:ext>
              </a:extLst>
            </p:cNvPr>
            <p:cNvSpPr/>
            <p:nvPr/>
          </p:nvSpPr>
          <p:spPr>
            <a:xfrm rot="2699990" flipH="1">
              <a:off x="284419" y="-763686"/>
              <a:ext cx="1519120" cy="151912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blipFill>
              <a:blip r:embed="rId3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4" name="Groupe 18">
            <a:extLst>
              <a:ext uri="{FF2B5EF4-FFF2-40B4-BE49-F238E27FC236}">
                <a16:creationId xmlns:a16="http://schemas.microsoft.com/office/drawing/2014/main" id="{A150FD4E-14D0-7A4D-90D1-B899C70EFC1A}"/>
              </a:ext>
            </a:extLst>
          </p:cNvPr>
          <p:cNvGrpSpPr/>
          <p:nvPr/>
        </p:nvGrpSpPr>
        <p:grpSpPr>
          <a:xfrm>
            <a:off x="1908974" y="-413332"/>
            <a:ext cx="986161" cy="818397"/>
            <a:chOff x="1908974" y="-413332"/>
            <a:chExt cx="986161" cy="818397"/>
          </a:xfrm>
        </p:grpSpPr>
        <p:sp>
          <p:nvSpPr>
            <p:cNvPr id="15" name="Forme libre : Forme 19">
              <a:extLst>
                <a:ext uri="{FF2B5EF4-FFF2-40B4-BE49-F238E27FC236}">
                  <a16:creationId xmlns:a16="http://schemas.microsoft.com/office/drawing/2014/main" id="{7FC98FD5-2F94-F92A-942A-007A852863B5}"/>
                </a:ext>
              </a:extLst>
            </p:cNvPr>
            <p:cNvSpPr/>
            <p:nvPr/>
          </p:nvSpPr>
          <p:spPr>
            <a:xfrm rot="18900010">
              <a:off x="2076738" y="-413332"/>
              <a:ext cx="818397" cy="81839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6" name="Forme libre : Forme 20">
              <a:extLst>
                <a:ext uri="{FF2B5EF4-FFF2-40B4-BE49-F238E27FC236}">
                  <a16:creationId xmlns:a16="http://schemas.microsoft.com/office/drawing/2014/main" id="{B8260B8A-97D0-DB5C-7B44-D34160B50E76}"/>
                </a:ext>
              </a:extLst>
            </p:cNvPr>
            <p:cNvSpPr/>
            <p:nvPr/>
          </p:nvSpPr>
          <p:spPr>
            <a:xfrm rot="2699990" flipH="1">
              <a:off x="1908974" y="-399829"/>
              <a:ext cx="791413" cy="79141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blipFill>
              <a:blip r:embed="rId5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ABFCA900-554A-529C-0220-05500902A7A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1847" y="4754880"/>
            <a:ext cx="6803136" cy="365760"/>
          </a:xfrm>
        </p:spPr>
        <p:txBody>
          <a:bodyPr/>
          <a:lstStyle>
            <a:lvl1pPr>
              <a:buNone/>
              <a:defRPr sz="1600" spc="300">
                <a:solidFill>
                  <a:srgbClr val="BAE4FF"/>
                </a:solidFill>
                <a:cs typeface="Arial" pitchFamily="34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8" name="Espace réservé du numéro de diapositive 4">
            <a:extLst>
              <a:ext uri="{FF2B5EF4-FFF2-40B4-BE49-F238E27FC236}">
                <a16:creationId xmlns:a16="http://schemas.microsoft.com/office/drawing/2014/main" id="{275A825D-6313-ED33-5BDB-90912E3CA64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252204" y="6315075"/>
            <a:ext cx="406395" cy="365129"/>
          </a:xfr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Trade Gothic LT Pro" pitchFamily="34"/>
              </a:defRPr>
            </a:lvl1pPr>
          </a:lstStyle>
          <a:p>
            <a:pPr lvl="0"/>
            <a:fld id="{3DD8375D-8371-4EBB-A3EB-A951BB0CDA07}" type="slidenum">
              <a:t>‹N°›</a:t>
            </a:fld>
            <a:endParaRPr lang="fr-FR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E5A58B88-50C8-9290-6115-8DAD84E0B0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104" y="3886200"/>
            <a:ext cx="7781544" cy="859051"/>
          </a:xfrm>
        </p:spPr>
        <p:txBody>
          <a:bodyPr anchor="b"/>
          <a:lstStyle>
            <a:lvl1pPr>
              <a:defRPr sz="5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Titre de section 01</a:t>
            </a:r>
          </a:p>
        </p:txBody>
      </p:sp>
    </p:spTree>
    <p:extLst>
      <p:ext uri="{BB962C8B-B14F-4D97-AF65-F5344CB8AC3E}">
        <p14:creationId xmlns:p14="http://schemas.microsoft.com/office/powerpoint/2010/main" val="187611397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 tête de section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">
            <a:extLst>
              <a:ext uri="{FF2B5EF4-FFF2-40B4-BE49-F238E27FC236}">
                <a16:creationId xmlns:a16="http://schemas.microsoft.com/office/drawing/2014/main" id="{B93D822A-D185-6777-86E3-B80CCFCA6D3E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335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Forme libre : Forme 33">
            <a:extLst>
              <a:ext uri="{FF2B5EF4-FFF2-40B4-BE49-F238E27FC236}">
                <a16:creationId xmlns:a16="http://schemas.microsoft.com/office/drawing/2014/main" id="{5EC9DE6E-915C-FF8F-E83B-453EBB1C8E65}"/>
              </a:ext>
            </a:extLst>
          </p:cNvPr>
          <p:cNvSpPr/>
          <p:nvPr/>
        </p:nvSpPr>
        <p:spPr>
          <a:xfrm rot="16199987" flipV="1">
            <a:off x="2855758" y="-2473503"/>
            <a:ext cx="6862745" cy="1180973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62743"/>
              <a:gd name="f7" fmla="val 11809733"/>
              <a:gd name="f8" fmla="val 7708334"/>
              <a:gd name="f9" fmla="val 4147292"/>
              <a:gd name="f10" fmla="val 7708332"/>
              <a:gd name="f11" fmla="val 4147291"/>
              <a:gd name="f12" fmla="val 4987262"/>
              <a:gd name="f13" fmla="val 3835308"/>
              <a:gd name="f14" fmla="val 307017"/>
              <a:gd name="f15" fmla="+- 0 0 -90"/>
              <a:gd name="f16" fmla="*/ f3 1 6862743"/>
              <a:gd name="f17" fmla="*/ f4 1 11809733"/>
              <a:gd name="f18" fmla="val f5"/>
              <a:gd name="f19" fmla="val f6"/>
              <a:gd name="f20" fmla="val f7"/>
              <a:gd name="f21" fmla="*/ f15 f0 1"/>
              <a:gd name="f22" fmla="+- f20 0 f18"/>
              <a:gd name="f23" fmla="+- f19 0 f18"/>
              <a:gd name="f24" fmla="*/ f21 1 f2"/>
              <a:gd name="f25" fmla="*/ f23 1 6862743"/>
              <a:gd name="f26" fmla="*/ f22 1 11809733"/>
              <a:gd name="f27" fmla="*/ 6862743 f23 1"/>
              <a:gd name="f28" fmla="*/ 11809733 f22 1"/>
              <a:gd name="f29" fmla="*/ 7708334 f22 1"/>
              <a:gd name="f30" fmla="*/ 4147292 f23 1"/>
              <a:gd name="f31" fmla="*/ 7708332 f22 1"/>
              <a:gd name="f32" fmla="*/ 4147291 f23 1"/>
              <a:gd name="f33" fmla="*/ 4987262 f22 1"/>
              <a:gd name="f34" fmla="*/ 3835308 f22 1"/>
              <a:gd name="f35" fmla="*/ 307017 f23 1"/>
              <a:gd name="f36" fmla="*/ 0 f22 1"/>
              <a:gd name="f37" fmla="*/ 0 f23 1"/>
              <a:gd name="f38" fmla="+- f24 0 f1"/>
              <a:gd name="f39" fmla="*/ f27 1 6862743"/>
              <a:gd name="f40" fmla="*/ f28 1 11809733"/>
              <a:gd name="f41" fmla="*/ f29 1 11809733"/>
              <a:gd name="f42" fmla="*/ f30 1 6862743"/>
              <a:gd name="f43" fmla="*/ f31 1 11809733"/>
              <a:gd name="f44" fmla="*/ f32 1 6862743"/>
              <a:gd name="f45" fmla="*/ f33 1 11809733"/>
              <a:gd name="f46" fmla="*/ f34 1 11809733"/>
              <a:gd name="f47" fmla="*/ f35 1 6862743"/>
              <a:gd name="f48" fmla="*/ f36 1 11809733"/>
              <a:gd name="f49" fmla="*/ f37 1 6862743"/>
              <a:gd name="f50" fmla="*/ f18 1 f25"/>
              <a:gd name="f51" fmla="*/ f19 1 f25"/>
              <a:gd name="f52" fmla="*/ f18 1 f26"/>
              <a:gd name="f53" fmla="*/ f20 1 f26"/>
              <a:gd name="f54" fmla="*/ f39 1 f25"/>
              <a:gd name="f55" fmla="*/ f40 1 f26"/>
              <a:gd name="f56" fmla="*/ f41 1 f26"/>
              <a:gd name="f57" fmla="*/ f42 1 f25"/>
              <a:gd name="f58" fmla="*/ f43 1 f26"/>
              <a:gd name="f59" fmla="*/ f44 1 f25"/>
              <a:gd name="f60" fmla="*/ f45 1 f26"/>
              <a:gd name="f61" fmla="*/ f46 1 f26"/>
              <a:gd name="f62" fmla="*/ f47 1 f25"/>
              <a:gd name="f63" fmla="*/ f48 1 f26"/>
              <a:gd name="f64" fmla="*/ f49 1 f25"/>
              <a:gd name="f65" fmla="*/ f50 f16 1"/>
              <a:gd name="f66" fmla="*/ f51 f16 1"/>
              <a:gd name="f67" fmla="*/ f53 f17 1"/>
              <a:gd name="f68" fmla="*/ f52 f17 1"/>
              <a:gd name="f69" fmla="*/ f54 f16 1"/>
              <a:gd name="f70" fmla="*/ f55 f17 1"/>
              <a:gd name="f71" fmla="*/ f56 f17 1"/>
              <a:gd name="f72" fmla="*/ f57 f16 1"/>
              <a:gd name="f73" fmla="*/ f58 f17 1"/>
              <a:gd name="f74" fmla="*/ f59 f16 1"/>
              <a:gd name="f75" fmla="*/ f60 f17 1"/>
              <a:gd name="f76" fmla="*/ f61 f17 1"/>
              <a:gd name="f77" fmla="*/ f62 f16 1"/>
              <a:gd name="f78" fmla="*/ f63 f17 1"/>
              <a:gd name="f79" fmla="*/ f64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8">
                <a:pos x="f69" y="f70"/>
              </a:cxn>
              <a:cxn ang="f38">
                <a:pos x="f69" y="f71"/>
              </a:cxn>
              <a:cxn ang="f38">
                <a:pos x="f72" y="f71"/>
              </a:cxn>
              <a:cxn ang="f38">
                <a:pos x="f72" y="f73"/>
              </a:cxn>
              <a:cxn ang="f38">
                <a:pos x="f69" y="f73"/>
              </a:cxn>
              <a:cxn ang="f38">
                <a:pos x="f74" y="f75"/>
              </a:cxn>
              <a:cxn ang="f38">
                <a:pos x="f74" y="f76"/>
              </a:cxn>
              <a:cxn ang="f38">
                <a:pos x="f77" y="f78"/>
              </a:cxn>
              <a:cxn ang="f38">
                <a:pos x="f79" y="f78"/>
              </a:cxn>
              <a:cxn ang="f38">
                <a:pos x="f79" y="f70"/>
              </a:cxn>
            </a:cxnLst>
            <a:rect l="f65" t="f68" r="f66" b="f67"/>
            <a:pathLst>
              <a:path w="6862743" h="11809733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11" y="f12"/>
                </a:lnTo>
                <a:lnTo>
                  <a:pt x="f11" y="f13"/>
                </a:lnTo>
                <a:lnTo>
                  <a:pt x="f14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rme libre : Forme 23">
            <a:extLst>
              <a:ext uri="{FF2B5EF4-FFF2-40B4-BE49-F238E27FC236}">
                <a16:creationId xmlns:a16="http://schemas.microsoft.com/office/drawing/2014/main" id="{CF4F93EB-F5FD-0694-0B5F-B32216963138}"/>
              </a:ext>
            </a:extLst>
          </p:cNvPr>
          <p:cNvSpPr/>
          <p:nvPr/>
        </p:nvSpPr>
        <p:spPr>
          <a:xfrm rot="16199987" flipV="1">
            <a:off x="2626802" y="-2626810"/>
            <a:ext cx="6862745" cy="1211634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53871"/>
              <a:gd name="f7" fmla="val 12116353"/>
              <a:gd name="f8" fmla="val 8014954"/>
              <a:gd name="f9" fmla="val 4141930"/>
              <a:gd name="f10" fmla="val 8014952"/>
              <a:gd name="f11" fmla="val 5293882"/>
              <a:gd name="f12" fmla="val 4141928"/>
              <a:gd name="f13" fmla="+- 0 0 -90"/>
              <a:gd name="f14" fmla="*/ f3 1 6853871"/>
              <a:gd name="f15" fmla="*/ f4 1 12116353"/>
              <a:gd name="f16" fmla="val f5"/>
              <a:gd name="f17" fmla="val f6"/>
              <a:gd name="f18" fmla="val f7"/>
              <a:gd name="f19" fmla="*/ f13 f0 1"/>
              <a:gd name="f20" fmla="+- f18 0 f16"/>
              <a:gd name="f21" fmla="+- f17 0 f16"/>
              <a:gd name="f22" fmla="*/ f19 1 f2"/>
              <a:gd name="f23" fmla="*/ f21 1 6853871"/>
              <a:gd name="f24" fmla="*/ f20 1 12116353"/>
              <a:gd name="f25" fmla="*/ 6853871 f21 1"/>
              <a:gd name="f26" fmla="*/ 12116353 f20 1"/>
              <a:gd name="f27" fmla="*/ 8014954 f20 1"/>
              <a:gd name="f28" fmla="*/ 4141930 f21 1"/>
              <a:gd name="f29" fmla="*/ 8014952 f20 1"/>
              <a:gd name="f30" fmla="*/ 5293882 f20 1"/>
              <a:gd name="f31" fmla="*/ 4141928 f20 1"/>
              <a:gd name="f32" fmla="*/ 0 f21 1"/>
              <a:gd name="f33" fmla="*/ 0 f20 1"/>
              <a:gd name="f34" fmla="+- f22 0 f1"/>
              <a:gd name="f35" fmla="*/ f25 1 6853871"/>
              <a:gd name="f36" fmla="*/ f26 1 12116353"/>
              <a:gd name="f37" fmla="*/ f27 1 12116353"/>
              <a:gd name="f38" fmla="*/ f28 1 6853871"/>
              <a:gd name="f39" fmla="*/ f29 1 12116353"/>
              <a:gd name="f40" fmla="*/ f30 1 12116353"/>
              <a:gd name="f41" fmla="*/ f31 1 12116353"/>
              <a:gd name="f42" fmla="*/ f32 1 6853871"/>
              <a:gd name="f43" fmla="*/ f33 1 12116353"/>
              <a:gd name="f44" fmla="*/ f16 1 f23"/>
              <a:gd name="f45" fmla="*/ f17 1 f23"/>
              <a:gd name="f46" fmla="*/ f16 1 f24"/>
              <a:gd name="f47" fmla="*/ f18 1 f24"/>
              <a:gd name="f48" fmla="*/ f35 1 f23"/>
              <a:gd name="f49" fmla="*/ f36 1 f24"/>
              <a:gd name="f50" fmla="*/ f37 1 f24"/>
              <a:gd name="f51" fmla="*/ f38 1 f23"/>
              <a:gd name="f52" fmla="*/ f39 1 f24"/>
              <a:gd name="f53" fmla="*/ f40 1 f24"/>
              <a:gd name="f54" fmla="*/ f41 1 f24"/>
              <a:gd name="f55" fmla="*/ f42 1 f23"/>
              <a:gd name="f56" fmla="*/ f43 1 f24"/>
              <a:gd name="f57" fmla="*/ f44 f14 1"/>
              <a:gd name="f58" fmla="*/ f45 f14 1"/>
              <a:gd name="f59" fmla="*/ f47 f15 1"/>
              <a:gd name="f60" fmla="*/ f46 f15 1"/>
              <a:gd name="f61" fmla="*/ f48 f14 1"/>
              <a:gd name="f62" fmla="*/ f49 f15 1"/>
              <a:gd name="f63" fmla="*/ f50 f15 1"/>
              <a:gd name="f64" fmla="*/ f51 f14 1"/>
              <a:gd name="f65" fmla="*/ f52 f15 1"/>
              <a:gd name="f66" fmla="*/ f53 f15 1"/>
              <a:gd name="f67" fmla="*/ f54 f15 1"/>
              <a:gd name="f68" fmla="*/ f55 f14 1"/>
              <a:gd name="f69" fmla="*/ f56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4">
                <a:pos x="f61" y="f62"/>
              </a:cxn>
              <a:cxn ang="f34">
                <a:pos x="f61" y="f63"/>
              </a:cxn>
              <a:cxn ang="f34">
                <a:pos x="f64" y="f63"/>
              </a:cxn>
              <a:cxn ang="f34">
                <a:pos x="f64" y="f65"/>
              </a:cxn>
              <a:cxn ang="f34">
                <a:pos x="f61" y="f65"/>
              </a:cxn>
              <a:cxn ang="f34">
                <a:pos x="f64" y="f66"/>
              </a:cxn>
              <a:cxn ang="f34">
                <a:pos x="f64" y="f67"/>
              </a:cxn>
              <a:cxn ang="f34">
                <a:pos x="f68" y="f69"/>
              </a:cxn>
              <a:cxn ang="f34">
                <a:pos x="f68" y="f62"/>
              </a:cxn>
            </a:cxnLst>
            <a:rect l="f57" t="f60" r="f58" b="f59"/>
            <a:pathLst>
              <a:path w="6853871" h="12116353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2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Forme libre : Forme 24">
            <a:extLst>
              <a:ext uri="{FF2B5EF4-FFF2-40B4-BE49-F238E27FC236}">
                <a16:creationId xmlns:a16="http://schemas.microsoft.com/office/drawing/2014/main" id="{D9EB0F67-7715-FF0F-EF88-F63D0B093324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>
              <a:alpha val="85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6" name="Groupe 25">
            <a:extLst>
              <a:ext uri="{FF2B5EF4-FFF2-40B4-BE49-F238E27FC236}">
                <a16:creationId xmlns:a16="http://schemas.microsoft.com/office/drawing/2014/main" id="{FD0BB15C-50C4-D8BA-B350-75E32F281F68}"/>
              </a:ext>
            </a:extLst>
          </p:cNvPr>
          <p:cNvGrpSpPr/>
          <p:nvPr/>
        </p:nvGrpSpPr>
        <p:grpSpPr>
          <a:xfrm>
            <a:off x="9776066" y="2057402"/>
            <a:ext cx="4413566" cy="3934443"/>
            <a:chOff x="9776066" y="2057402"/>
            <a:chExt cx="4413566" cy="3934443"/>
          </a:xfrm>
        </p:grpSpPr>
        <p:sp>
          <p:nvSpPr>
            <p:cNvPr id="7" name="Forme libre : Forme 26">
              <a:extLst>
                <a:ext uri="{FF2B5EF4-FFF2-40B4-BE49-F238E27FC236}">
                  <a16:creationId xmlns:a16="http://schemas.microsoft.com/office/drawing/2014/main" id="{9B186B98-EA24-9236-980D-4C2AADFBB62B}"/>
                </a:ext>
              </a:extLst>
            </p:cNvPr>
            <p:cNvSpPr/>
            <p:nvPr/>
          </p:nvSpPr>
          <p:spPr>
            <a:xfrm rot="2700006">
              <a:off x="10138804" y="2049570"/>
              <a:ext cx="3579171" cy="430464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406148"/>
                <a:gd name="f7" fmla="val 5299239"/>
                <a:gd name="f8" fmla="val 4406147"/>
                <a:gd name="f9" fmla="val 3513056"/>
                <a:gd name="f10" fmla="val 1"/>
                <a:gd name="f11" fmla="+- 0 0 -90"/>
                <a:gd name="f12" fmla="*/ f3 1 4406148"/>
                <a:gd name="f13" fmla="*/ f4 1 5299239"/>
                <a:gd name="f14" fmla="val f5"/>
                <a:gd name="f15" fmla="val f6"/>
                <a:gd name="f16" fmla="val f7"/>
                <a:gd name="f17" fmla="*/ f11 f0 1"/>
                <a:gd name="f18" fmla="+- f16 0 f14"/>
                <a:gd name="f19" fmla="+- f15 0 f14"/>
                <a:gd name="f20" fmla="*/ f17 1 f2"/>
                <a:gd name="f21" fmla="*/ f19 1 4406148"/>
                <a:gd name="f22" fmla="*/ f18 1 5299239"/>
                <a:gd name="f23" fmla="*/ 0 f19 1"/>
                <a:gd name="f24" fmla="*/ 0 f18 1"/>
                <a:gd name="f25" fmla="*/ 4406148 f19 1"/>
                <a:gd name="f26" fmla="*/ 4406147 f18 1"/>
                <a:gd name="f27" fmla="*/ 3513056 f19 1"/>
                <a:gd name="f28" fmla="*/ 5299239 f18 1"/>
                <a:gd name="f29" fmla="*/ 1 f19 1"/>
                <a:gd name="f30" fmla="+- f20 0 f1"/>
                <a:gd name="f31" fmla="*/ f23 1 4406148"/>
                <a:gd name="f32" fmla="*/ f24 1 5299239"/>
                <a:gd name="f33" fmla="*/ f25 1 4406148"/>
                <a:gd name="f34" fmla="*/ f26 1 5299239"/>
                <a:gd name="f35" fmla="*/ f27 1 4406148"/>
                <a:gd name="f36" fmla="*/ f28 1 5299239"/>
                <a:gd name="f37" fmla="*/ f29 1 4406148"/>
                <a:gd name="f38" fmla="*/ f14 1 f21"/>
                <a:gd name="f39" fmla="*/ f15 1 f21"/>
                <a:gd name="f40" fmla="*/ f14 1 f22"/>
                <a:gd name="f41" fmla="*/ f16 1 f22"/>
                <a:gd name="f42" fmla="*/ f31 1 f21"/>
                <a:gd name="f43" fmla="*/ f32 1 f22"/>
                <a:gd name="f44" fmla="*/ f33 1 f21"/>
                <a:gd name="f45" fmla="*/ f34 1 f22"/>
                <a:gd name="f46" fmla="*/ f35 1 f21"/>
                <a:gd name="f47" fmla="*/ f36 1 f22"/>
                <a:gd name="f48" fmla="*/ f37 1 f21"/>
                <a:gd name="f49" fmla="*/ f38 f12 1"/>
                <a:gd name="f50" fmla="*/ f39 f12 1"/>
                <a:gd name="f51" fmla="*/ f41 f13 1"/>
                <a:gd name="f52" fmla="*/ f40 f13 1"/>
                <a:gd name="f53" fmla="*/ f42 f12 1"/>
                <a:gd name="f54" fmla="*/ f43 f13 1"/>
                <a:gd name="f55" fmla="*/ f44 f12 1"/>
                <a:gd name="f56" fmla="*/ f45 f13 1"/>
                <a:gd name="f57" fmla="*/ f46 f12 1"/>
                <a:gd name="f58" fmla="*/ f47 f13 1"/>
                <a:gd name="f59" fmla="*/ f48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3" y="f54"/>
                </a:cxn>
                <a:cxn ang="f30">
                  <a:pos x="f55" y="f56"/>
                </a:cxn>
                <a:cxn ang="f30">
                  <a:pos x="f57" y="f58"/>
                </a:cxn>
                <a:cxn ang="f30">
                  <a:pos x="f59" y="f58"/>
                </a:cxn>
              </a:cxnLst>
              <a:rect l="f49" t="f52" r="f50" b="f51"/>
              <a:pathLst>
                <a:path w="4406148" h="5299239">
                  <a:moveTo>
                    <a:pt x="f5" y="f5"/>
                  </a:moveTo>
                  <a:lnTo>
                    <a:pt x="f6" y="f8"/>
                  </a:lnTo>
                  <a:lnTo>
                    <a:pt x="f9" y="f7"/>
                  </a:lnTo>
                  <a:lnTo>
                    <a:pt x="f10" y="f7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8" name="Forme libre : Forme 27">
              <a:extLst>
                <a:ext uri="{FF2B5EF4-FFF2-40B4-BE49-F238E27FC236}">
                  <a16:creationId xmlns:a16="http://schemas.microsoft.com/office/drawing/2014/main" id="{5ED8F081-4700-79D5-C4DB-989D3A2A530E}"/>
                </a:ext>
              </a:extLst>
            </p:cNvPr>
            <p:cNvSpPr/>
            <p:nvPr/>
          </p:nvSpPr>
          <p:spPr>
            <a:xfrm rot="8100003" flipH="1">
              <a:off x="10069428" y="2057402"/>
              <a:ext cx="4120204" cy="393444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072180"/>
                <a:gd name="f7" fmla="val 4843502"/>
                <a:gd name="f8" fmla="val 4843501"/>
                <a:gd name="f9" fmla="val 228679"/>
                <a:gd name="f10" fmla="val 1"/>
                <a:gd name="f11" fmla="val 228678"/>
                <a:gd name="f12" fmla="+- 0 0 -90"/>
                <a:gd name="f13" fmla="*/ f3 1 5072180"/>
                <a:gd name="f14" fmla="*/ f4 1 4843502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5072180"/>
                <a:gd name="f23" fmla="*/ f19 1 4843502"/>
                <a:gd name="f24" fmla="*/ 5072180 f20 1"/>
                <a:gd name="f25" fmla="*/ 4843501 f19 1"/>
                <a:gd name="f26" fmla="*/ 228679 f20 1"/>
                <a:gd name="f27" fmla="*/ 0 f19 1"/>
                <a:gd name="f28" fmla="*/ 1 f20 1"/>
                <a:gd name="f29" fmla="*/ 228678 f19 1"/>
                <a:gd name="f30" fmla="*/ 0 f20 1"/>
                <a:gd name="f31" fmla="*/ 4843502 f19 1"/>
                <a:gd name="f32" fmla="+- f21 0 f1"/>
                <a:gd name="f33" fmla="*/ f24 1 5072180"/>
                <a:gd name="f34" fmla="*/ f25 1 4843502"/>
                <a:gd name="f35" fmla="*/ f26 1 5072180"/>
                <a:gd name="f36" fmla="*/ f27 1 4843502"/>
                <a:gd name="f37" fmla="*/ f28 1 5072180"/>
                <a:gd name="f38" fmla="*/ f29 1 4843502"/>
                <a:gd name="f39" fmla="*/ f30 1 5072180"/>
                <a:gd name="f40" fmla="*/ f31 1 4843502"/>
                <a:gd name="f41" fmla="*/ f15 1 f22"/>
                <a:gd name="f42" fmla="*/ f16 1 f22"/>
                <a:gd name="f43" fmla="*/ f15 1 f23"/>
                <a:gd name="f44" fmla="*/ f17 1 f23"/>
                <a:gd name="f45" fmla="*/ f33 1 f22"/>
                <a:gd name="f46" fmla="*/ f34 1 f23"/>
                <a:gd name="f47" fmla="*/ f35 1 f22"/>
                <a:gd name="f48" fmla="*/ f36 1 f23"/>
                <a:gd name="f49" fmla="*/ f37 1 f22"/>
                <a:gd name="f50" fmla="*/ f38 1 f23"/>
                <a:gd name="f51" fmla="*/ f39 1 f22"/>
                <a:gd name="f52" fmla="*/ f40 1 f23"/>
                <a:gd name="f53" fmla="*/ f41 f13 1"/>
                <a:gd name="f54" fmla="*/ f42 f13 1"/>
                <a:gd name="f55" fmla="*/ f44 f14 1"/>
                <a:gd name="f56" fmla="*/ f43 f14 1"/>
                <a:gd name="f57" fmla="*/ f45 f13 1"/>
                <a:gd name="f58" fmla="*/ f46 f14 1"/>
                <a:gd name="f59" fmla="*/ f47 f13 1"/>
                <a:gd name="f60" fmla="*/ f48 f14 1"/>
                <a:gd name="f61" fmla="*/ f49 f13 1"/>
                <a:gd name="f62" fmla="*/ f50 f14 1"/>
                <a:gd name="f63" fmla="*/ f51 f13 1"/>
                <a:gd name="f64" fmla="*/ f5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7" y="f58"/>
                </a:cxn>
                <a:cxn ang="f32">
                  <a:pos x="f59" y="f60"/>
                </a:cxn>
                <a:cxn ang="f32">
                  <a:pos x="f61" y="f62"/>
                </a:cxn>
                <a:cxn ang="f32">
                  <a:pos x="f63" y="f64"/>
                </a:cxn>
              </a:cxnLst>
              <a:rect l="f53" t="f56" r="f54" b="f55"/>
              <a:pathLst>
                <a:path w="5072180" h="4843502">
                  <a:moveTo>
                    <a:pt x="f6" y="f8"/>
                  </a:moveTo>
                  <a:lnTo>
                    <a:pt x="f9" y="f5"/>
                  </a:lnTo>
                  <a:lnTo>
                    <a:pt x="f10" y="f11"/>
                  </a:lnTo>
                  <a:lnTo>
                    <a:pt x="f5" y="f7"/>
                  </a:lnTo>
                  <a:close/>
                </a:path>
              </a:pathLst>
            </a:custGeom>
            <a:blipFill>
              <a:blip r:embed="rId3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9" name="Forme libre : Forme 28">
            <a:extLst>
              <a:ext uri="{FF2B5EF4-FFF2-40B4-BE49-F238E27FC236}">
                <a16:creationId xmlns:a16="http://schemas.microsoft.com/office/drawing/2014/main" id="{097F54BA-CE84-D9AA-3A36-DFC3BAA5D6E6}"/>
              </a:ext>
            </a:extLst>
          </p:cNvPr>
          <p:cNvSpPr/>
          <p:nvPr/>
        </p:nvSpPr>
        <p:spPr>
          <a:xfrm rot="2700006">
            <a:off x="11438585" y="5665754"/>
            <a:ext cx="877778" cy="175555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77778"/>
              <a:gd name="f7" fmla="val 1755556"/>
              <a:gd name="f8" fmla="+- 0 0 -90"/>
              <a:gd name="f9" fmla="*/ f3 1 877778"/>
              <a:gd name="f10" fmla="*/ f4 1 1755556"/>
              <a:gd name="f11" fmla="val f5"/>
              <a:gd name="f12" fmla="val f6"/>
              <a:gd name="f13" fmla="val f7"/>
              <a:gd name="f14" fmla="*/ f8 f0 1"/>
              <a:gd name="f15" fmla="+- f13 0 f11"/>
              <a:gd name="f16" fmla="+- f12 0 f11"/>
              <a:gd name="f17" fmla="*/ f14 1 f2"/>
              <a:gd name="f18" fmla="*/ f16 1 877778"/>
              <a:gd name="f19" fmla="*/ f15 1 1755556"/>
              <a:gd name="f20" fmla="*/ 0 f16 1"/>
              <a:gd name="f21" fmla="*/ 0 f15 1"/>
              <a:gd name="f22" fmla="*/ 877778 f16 1"/>
              <a:gd name="f23" fmla="*/ 877778 f15 1"/>
              <a:gd name="f24" fmla="*/ 1755556 f15 1"/>
              <a:gd name="f25" fmla="+- f17 0 f1"/>
              <a:gd name="f26" fmla="*/ f20 1 877778"/>
              <a:gd name="f27" fmla="*/ f21 1 1755556"/>
              <a:gd name="f28" fmla="*/ f22 1 877778"/>
              <a:gd name="f29" fmla="*/ f23 1 1755556"/>
              <a:gd name="f30" fmla="*/ f24 1 1755556"/>
              <a:gd name="f31" fmla="*/ f11 1 f18"/>
              <a:gd name="f32" fmla="*/ f12 1 f18"/>
              <a:gd name="f33" fmla="*/ f11 1 f19"/>
              <a:gd name="f34" fmla="*/ f13 1 f19"/>
              <a:gd name="f35" fmla="*/ f26 1 f18"/>
              <a:gd name="f36" fmla="*/ f27 1 f19"/>
              <a:gd name="f37" fmla="*/ f28 1 f18"/>
              <a:gd name="f38" fmla="*/ f29 1 f19"/>
              <a:gd name="f39" fmla="*/ f30 1 f19"/>
              <a:gd name="f40" fmla="*/ f31 f9 1"/>
              <a:gd name="f41" fmla="*/ f32 f9 1"/>
              <a:gd name="f42" fmla="*/ f34 f10 1"/>
              <a:gd name="f43" fmla="*/ f33 f10 1"/>
              <a:gd name="f44" fmla="*/ f35 f9 1"/>
              <a:gd name="f45" fmla="*/ f36 f10 1"/>
              <a:gd name="f46" fmla="*/ f37 f9 1"/>
              <a:gd name="f47" fmla="*/ f38 f10 1"/>
              <a:gd name="f48" fmla="*/ f39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5">
                <a:pos x="f44" y="f45"/>
              </a:cxn>
              <a:cxn ang="f25">
                <a:pos x="f46" y="f47"/>
              </a:cxn>
              <a:cxn ang="f25">
                <a:pos x="f44" y="f48"/>
              </a:cxn>
            </a:cxnLst>
            <a:rect l="f40" t="f43" r="f41" b="f42"/>
            <a:pathLst>
              <a:path w="877778" h="1755556">
                <a:moveTo>
                  <a:pt x="f5" y="f5"/>
                </a:moveTo>
                <a:lnTo>
                  <a:pt x="f6" y="f6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Forme libre : Forme 29">
            <a:extLst>
              <a:ext uri="{FF2B5EF4-FFF2-40B4-BE49-F238E27FC236}">
                <a16:creationId xmlns:a16="http://schemas.microsoft.com/office/drawing/2014/main" id="{2488311E-75DD-925E-351D-F6920B690A0F}"/>
              </a:ext>
            </a:extLst>
          </p:cNvPr>
          <p:cNvSpPr/>
          <p:nvPr/>
        </p:nvSpPr>
        <p:spPr>
          <a:xfrm rot="8100003" flipH="1">
            <a:off x="10582267" y="5841403"/>
            <a:ext cx="2372346" cy="11861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372348"/>
              <a:gd name="f7" fmla="val 1186174"/>
              <a:gd name="f8" fmla="+- 0 0 -90"/>
              <a:gd name="f9" fmla="*/ f3 1 2372348"/>
              <a:gd name="f10" fmla="*/ f4 1 1186174"/>
              <a:gd name="f11" fmla="val f5"/>
              <a:gd name="f12" fmla="val f6"/>
              <a:gd name="f13" fmla="val f7"/>
              <a:gd name="f14" fmla="*/ f8 f0 1"/>
              <a:gd name="f15" fmla="+- f13 0 f11"/>
              <a:gd name="f16" fmla="+- f12 0 f11"/>
              <a:gd name="f17" fmla="*/ f14 1 f2"/>
              <a:gd name="f18" fmla="*/ f16 1 2372348"/>
              <a:gd name="f19" fmla="*/ f15 1 1186174"/>
              <a:gd name="f20" fmla="*/ 2372348 f16 1"/>
              <a:gd name="f21" fmla="*/ 1186174 f15 1"/>
              <a:gd name="f22" fmla="*/ 1186174 f16 1"/>
              <a:gd name="f23" fmla="*/ 0 f15 1"/>
              <a:gd name="f24" fmla="*/ 0 f16 1"/>
              <a:gd name="f25" fmla="+- f17 0 f1"/>
              <a:gd name="f26" fmla="*/ f20 1 2372348"/>
              <a:gd name="f27" fmla="*/ f21 1 1186174"/>
              <a:gd name="f28" fmla="*/ f22 1 2372348"/>
              <a:gd name="f29" fmla="*/ f23 1 1186174"/>
              <a:gd name="f30" fmla="*/ f24 1 2372348"/>
              <a:gd name="f31" fmla="*/ f11 1 f18"/>
              <a:gd name="f32" fmla="*/ f12 1 f18"/>
              <a:gd name="f33" fmla="*/ f11 1 f19"/>
              <a:gd name="f34" fmla="*/ f13 1 f19"/>
              <a:gd name="f35" fmla="*/ f26 1 f18"/>
              <a:gd name="f36" fmla="*/ f27 1 f19"/>
              <a:gd name="f37" fmla="*/ f28 1 f18"/>
              <a:gd name="f38" fmla="*/ f29 1 f19"/>
              <a:gd name="f39" fmla="*/ f30 1 f18"/>
              <a:gd name="f40" fmla="*/ f31 f9 1"/>
              <a:gd name="f41" fmla="*/ f32 f9 1"/>
              <a:gd name="f42" fmla="*/ f34 f10 1"/>
              <a:gd name="f43" fmla="*/ f33 f10 1"/>
              <a:gd name="f44" fmla="*/ f35 f9 1"/>
              <a:gd name="f45" fmla="*/ f36 f10 1"/>
              <a:gd name="f46" fmla="*/ f37 f9 1"/>
              <a:gd name="f47" fmla="*/ f38 f10 1"/>
              <a:gd name="f48" fmla="*/ f39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5">
                <a:pos x="f44" y="f45"/>
              </a:cxn>
              <a:cxn ang="f25">
                <a:pos x="f46" y="f47"/>
              </a:cxn>
              <a:cxn ang="f25">
                <a:pos x="f48" y="f45"/>
              </a:cxn>
            </a:cxnLst>
            <a:rect l="f40" t="f43" r="f41" b="f42"/>
            <a:pathLst>
              <a:path w="2372348" h="1186174">
                <a:moveTo>
                  <a:pt x="f6" y="f7"/>
                </a:moveTo>
                <a:lnTo>
                  <a:pt x="f7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4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11" name="Groupe 30">
            <a:extLst>
              <a:ext uri="{FF2B5EF4-FFF2-40B4-BE49-F238E27FC236}">
                <a16:creationId xmlns:a16="http://schemas.microsoft.com/office/drawing/2014/main" id="{5BCD4E16-B3D8-4009-011F-22F44A65209C}"/>
              </a:ext>
            </a:extLst>
          </p:cNvPr>
          <p:cNvGrpSpPr/>
          <p:nvPr/>
        </p:nvGrpSpPr>
        <p:grpSpPr>
          <a:xfrm>
            <a:off x="9835221" y="6336481"/>
            <a:ext cx="1209441" cy="1052474"/>
            <a:chOff x="9835221" y="6336481"/>
            <a:chExt cx="1209441" cy="1052474"/>
          </a:xfrm>
        </p:grpSpPr>
        <p:sp>
          <p:nvSpPr>
            <p:cNvPr id="12" name="Forme libre : Forme 31">
              <a:extLst>
                <a:ext uri="{FF2B5EF4-FFF2-40B4-BE49-F238E27FC236}">
                  <a16:creationId xmlns:a16="http://schemas.microsoft.com/office/drawing/2014/main" id="{21094C45-ABA5-A37D-0411-818CE34B8517}"/>
                </a:ext>
              </a:extLst>
            </p:cNvPr>
            <p:cNvSpPr/>
            <p:nvPr/>
          </p:nvSpPr>
          <p:spPr>
            <a:xfrm rot="13500015" flipH="1">
              <a:off x="9992188" y="6336481"/>
              <a:ext cx="1052474" cy="105247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" name="Forme libre : Forme 32">
              <a:extLst>
                <a:ext uri="{FF2B5EF4-FFF2-40B4-BE49-F238E27FC236}">
                  <a16:creationId xmlns:a16="http://schemas.microsoft.com/office/drawing/2014/main" id="{B008E59C-EDBE-4146-526A-157FE1D793A5}"/>
                </a:ext>
              </a:extLst>
            </p:cNvPr>
            <p:cNvSpPr/>
            <p:nvPr/>
          </p:nvSpPr>
          <p:spPr>
            <a:xfrm rot="8099985">
              <a:off x="9835221" y="6340907"/>
              <a:ext cx="1043623" cy="104362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blipFill>
              <a:blip r:embed="rId3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4" name="Titre 1">
            <a:extLst>
              <a:ext uri="{FF2B5EF4-FFF2-40B4-BE49-F238E27FC236}">
                <a16:creationId xmlns:a16="http://schemas.microsoft.com/office/drawing/2014/main" id="{8ED3BBBE-7733-EE32-0FB2-2B6AADF22C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104" y="3886200"/>
            <a:ext cx="7781544" cy="859051"/>
          </a:xfrm>
        </p:spPr>
        <p:txBody>
          <a:bodyPr anchor="b"/>
          <a:lstStyle>
            <a:lvl1pPr>
              <a:defRPr sz="5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Titre de section 01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569AD196-1F79-D1F3-EBEA-0EF36A733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754880"/>
            <a:ext cx="6803136" cy="365760"/>
          </a:xfrm>
        </p:spPr>
        <p:txBody>
          <a:bodyPr/>
          <a:lstStyle>
            <a:lvl1pPr>
              <a:buNone/>
              <a:defRPr sz="1600" spc="300">
                <a:solidFill>
                  <a:srgbClr val="BAE4FF"/>
                </a:solidFill>
                <a:cs typeface="Arial" pitchFamily="34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6" name="Espace réservé du numéro de diapositive 4">
            <a:extLst>
              <a:ext uri="{FF2B5EF4-FFF2-40B4-BE49-F238E27FC236}">
                <a16:creationId xmlns:a16="http://schemas.microsoft.com/office/drawing/2014/main" id="{C9FBE47E-298A-EF23-7D59-E65E1A11629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252204" y="6315075"/>
            <a:ext cx="406395" cy="365129"/>
          </a:xfr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Trade Gothic LT Pro" pitchFamily="34"/>
              </a:defRPr>
            </a:lvl1pPr>
          </a:lstStyle>
          <a:p>
            <a:pPr lvl="0"/>
            <a:fld id="{3BBC091C-7A42-4199-8974-AD922518087C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0960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">
            <a:extLst>
              <a:ext uri="{FF2B5EF4-FFF2-40B4-BE49-F238E27FC236}">
                <a16:creationId xmlns:a16="http://schemas.microsoft.com/office/drawing/2014/main" id="{CF9B3327-63F3-4291-2DE1-19966F89368D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335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Forme libre : Forme 33">
            <a:extLst>
              <a:ext uri="{FF2B5EF4-FFF2-40B4-BE49-F238E27FC236}">
                <a16:creationId xmlns:a16="http://schemas.microsoft.com/office/drawing/2014/main" id="{C7596393-7EAE-654A-3CE2-6660AE9DEB3D}"/>
              </a:ext>
            </a:extLst>
          </p:cNvPr>
          <p:cNvSpPr/>
          <p:nvPr/>
        </p:nvSpPr>
        <p:spPr>
          <a:xfrm rot="16199987" flipV="1">
            <a:off x="2855758" y="-2473503"/>
            <a:ext cx="6862745" cy="1180973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62743"/>
              <a:gd name="f7" fmla="val 11809733"/>
              <a:gd name="f8" fmla="val 7708334"/>
              <a:gd name="f9" fmla="val 4147292"/>
              <a:gd name="f10" fmla="val 7708332"/>
              <a:gd name="f11" fmla="val 4147291"/>
              <a:gd name="f12" fmla="val 4987262"/>
              <a:gd name="f13" fmla="val 3835308"/>
              <a:gd name="f14" fmla="val 307017"/>
              <a:gd name="f15" fmla="+- 0 0 -90"/>
              <a:gd name="f16" fmla="*/ f3 1 6862743"/>
              <a:gd name="f17" fmla="*/ f4 1 11809733"/>
              <a:gd name="f18" fmla="val f5"/>
              <a:gd name="f19" fmla="val f6"/>
              <a:gd name="f20" fmla="val f7"/>
              <a:gd name="f21" fmla="*/ f15 f0 1"/>
              <a:gd name="f22" fmla="+- f20 0 f18"/>
              <a:gd name="f23" fmla="+- f19 0 f18"/>
              <a:gd name="f24" fmla="*/ f21 1 f2"/>
              <a:gd name="f25" fmla="*/ f23 1 6862743"/>
              <a:gd name="f26" fmla="*/ f22 1 11809733"/>
              <a:gd name="f27" fmla="*/ 6862743 f23 1"/>
              <a:gd name="f28" fmla="*/ 11809733 f22 1"/>
              <a:gd name="f29" fmla="*/ 7708334 f22 1"/>
              <a:gd name="f30" fmla="*/ 4147292 f23 1"/>
              <a:gd name="f31" fmla="*/ 7708332 f22 1"/>
              <a:gd name="f32" fmla="*/ 4147291 f23 1"/>
              <a:gd name="f33" fmla="*/ 4987262 f22 1"/>
              <a:gd name="f34" fmla="*/ 3835308 f22 1"/>
              <a:gd name="f35" fmla="*/ 307017 f23 1"/>
              <a:gd name="f36" fmla="*/ 0 f22 1"/>
              <a:gd name="f37" fmla="*/ 0 f23 1"/>
              <a:gd name="f38" fmla="+- f24 0 f1"/>
              <a:gd name="f39" fmla="*/ f27 1 6862743"/>
              <a:gd name="f40" fmla="*/ f28 1 11809733"/>
              <a:gd name="f41" fmla="*/ f29 1 11809733"/>
              <a:gd name="f42" fmla="*/ f30 1 6862743"/>
              <a:gd name="f43" fmla="*/ f31 1 11809733"/>
              <a:gd name="f44" fmla="*/ f32 1 6862743"/>
              <a:gd name="f45" fmla="*/ f33 1 11809733"/>
              <a:gd name="f46" fmla="*/ f34 1 11809733"/>
              <a:gd name="f47" fmla="*/ f35 1 6862743"/>
              <a:gd name="f48" fmla="*/ f36 1 11809733"/>
              <a:gd name="f49" fmla="*/ f37 1 6862743"/>
              <a:gd name="f50" fmla="*/ f18 1 f25"/>
              <a:gd name="f51" fmla="*/ f19 1 f25"/>
              <a:gd name="f52" fmla="*/ f18 1 f26"/>
              <a:gd name="f53" fmla="*/ f20 1 f26"/>
              <a:gd name="f54" fmla="*/ f39 1 f25"/>
              <a:gd name="f55" fmla="*/ f40 1 f26"/>
              <a:gd name="f56" fmla="*/ f41 1 f26"/>
              <a:gd name="f57" fmla="*/ f42 1 f25"/>
              <a:gd name="f58" fmla="*/ f43 1 f26"/>
              <a:gd name="f59" fmla="*/ f44 1 f25"/>
              <a:gd name="f60" fmla="*/ f45 1 f26"/>
              <a:gd name="f61" fmla="*/ f46 1 f26"/>
              <a:gd name="f62" fmla="*/ f47 1 f25"/>
              <a:gd name="f63" fmla="*/ f48 1 f26"/>
              <a:gd name="f64" fmla="*/ f49 1 f25"/>
              <a:gd name="f65" fmla="*/ f50 f16 1"/>
              <a:gd name="f66" fmla="*/ f51 f16 1"/>
              <a:gd name="f67" fmla="*/ f53 f17 1"/>
              <a:gd name="f68" fmla="*/ f52 f17 1"/>
              <a:gd name="f69" fmla="*/ f54 f16 1"/>
              <a:gd name="f70" fmla="*/ f55 f17 1"/>
              <a:gd name="f71" fmla="*/ f56 f17 1"/>
              <a:gd name="f72" fmla="*/ f57 f16 1"/>
              <a:gd name="f73" fmla="*/ f58 f17 1"/>
              <a:gd name="f74" fmla="*/ f59 f16 1"/>
              <a:gd name="f75" fmla="*/ f60 f17 1"/>
              <a:gd name="f76" fmla="*/ f61 f17 1"/>
              <a:gd name="f77" fmla="*/ f62 f16 1"/>
              <a:gd name="f78" fmla="*/ f63 f17 1"/>
              <a:gd name="f79" fmla="*/ f64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8">
                <a:pos x="f69" y="f70"/>
              </a:cxn>
              <a:cxn ang="f38">
                <a:pos x="f69" y="f71"/>
              </a:cxn>
              <a:cxn ang="f38">
                <a:pos x="f72" y="f71"/>
              </a:cxn>
              <a:cxn ang="f38">
                <a:pos x="f72" y="f73"/>
              </a:cxn>
              <a:cxn ang="f38">
                <a:pos x="f69" y="f73"/>
              </a:cxn>
              <a:cxn ang="f38">
                <a:pos x="f74" y="f75"/>
              </a:cxn>
              <a:cxn ang="f38">
                <a:pos x="f74" y="f76"/>
              </a:cxn>
              <a:cxn ang="f38">
                <a:pos x="f77" y="f78"/>
              </a:cxn>
              <a:cxn ang="f38">
                <a:pos x="f79" y="f78"/>
              </a:cxn>
              <a:cxn ang="f38">
                <a:pos x="f79" y="f70"/>
              </a:cxn>
            </a:cxnLst>
            <a:rect l="f65" t="f68" r="f66" b="f67"/>
            <a:pathLst>
              <a:path w="6862743" h="11809733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11" y="f12"/>
                </a:lnTo>
                <a:lnTo>
                  <a:pt x="f11" y="f13"/>
                </a:lnTo>
                <a:lnTo>
                  <a:pt x="f14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rme libre : Forme 23">
            <a:extLst>
              <a:ext uri="{FF2B5EF4-FFF2-40B4-BE49-F238E27FC236}">
                <a16:creationId xmlns:a16="http://schemas.microsoft.com/office/drawing/2014/main" id="{926ABC97-9832-6D3F-ADED-6348E53C334F}"/>
              </a:ext>
            </a:extLst>
          </p:cNvPr>
          <p:cNvSpPr/>
          <p:nvPr/>
        </p:nvSpPr>
        <p:spPr>
          <a:xfrm rot="16199987" flipV="1">
            <a:off x="2626802" y="-2626810"/>
            <a:ext cx="6862745" cy="1211634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53871"/>
              <a:gd name="f7" fmla="val 12116353"/>
              <a:gd name="f8" fmla="val 8014954"/>
              <a:gd name="f9" fmla="val 4141930"/>
              <a:gd name="f10" fmla="val 8014952"/>
              <a:gd name="f11" fmla="val 5293882"/>
              <a:gd name="f12" fmla="val 4141928"/>
              <a:gd name="f13" fmla="+- 0 0 -90"/>
              <a:gd name="f14" fmla="*/ f3 1 6853871"/>
              <a:gd name="f15" fmla="*/ f4 1 12116353"/>
              <a:gd name="f16" fmla="val f5"/>
              <a:gd name="f17" fmla="val f6"/>
              <a:gd name="f18" fmla="val f7"/>
              <a:gd name="f19" fmla="*/ f13 f0 1"/>
              <a:gd name="f20" fmla="+- f18 0 f16"/>
              <a:gd name="f21" fmla="+- f17 0 f16"/>
              <a:gd name="f22" fmla="*/ f19 1 f2"/>
              <a:gd name="f23" fmla="*/ f21 1 6853871"/>
              <a:gd name="f24" fmla="*/ f20 1 12116353"/>
              <a:gd name="f25" fmla="*/ 6853871 f21 1"/>
              <a:gd name="f26" fmla="*/ 12116353 f20 1"/>
              <a:gd name="f27" fmla="*/ 8014954 f20 1"/>
              <a:gd name="f28" fmla="*/ 4141930 f21 1"/>
              <a:gd name="f29" fmla="*/ 8014952 f20 1"/>
              <a:gd name="f30" fmla="*/ 5293882 f20 1"/>
              <a:gd name="f31" fmla="*/ 4141928 f20 1"/>
              <a:gd name="f32" fmla="*/ 0 f21 1"/>
              <a:gd name="f33" fmla="*/ 0 f20 1"/>
              <a:gd name="f34" fmla="+- f22 0 f1"/>
              <a:gd name="f35" fmla="*/ f25 1 6853871"/>
              <a:gd name="f36" fmla="*/ f26 1 12116353"/>
              <a:gd name="f37" fmla="*/ f27 1 12116353"/>
              <a:gd name="f38" fmla="*/ f28 1 6853871"/>
              <a:gd name="f39" fmla="*/ f29 1 12116353"/>
              <a:gd name="f40" fmla="*/ f30 1 12116353"/>
              <a:gd name="f41" fmla="*/ f31 1 12116353"/>
              <a:gd name="f42" fmla="*/ f32 1 6853871"/>
              <a:gd name="f43" fmla="*/ f33 1 12116353"/>
              <a:gd name="f44" fmla="*/ f16 1 f23"/>
              <a:gd name="f45" fmla="*/ f17 1 f23"/>
              <a:gd name="f46" fmla="*/ f16 1 f24"/>
              <a:gd name="f47" fmla="*/ f18 1 f24"/>
              <a:gd name="f48" fmla="*/ f35 1 f23"/>
              <a:gd name="f49" fmla="*/ f36 1 f24"/>
              <a:gd name="f50" fmla="*/ f37 1 f24"/>
              <a:gd name="f51" fmla="*/ f38 1 f23"/>
              <a:gd name="f52" fmla="*/ f39 1 f24"/>
              <a:gd name="f53" fmla="*/ f40 1 f24"/>
              <a:gd name="f54" fmla="*/ f41 1 f24"/>
              <a:gd name="f55" fmla="*/ f42 1 f23"/>
              <a:gd name="f56" fmla="*/ f43 1 f24"/>
              <a:gd name="f57" fmla="*/ f44 f14 1"/>
              <a:gd name="f58" fmla="*/ f45 f14 1"/>
              <a:gd name="f59" fmla="*/ f47 f15 1"/>
              <a:gd name="f60" fmla="*/ f46 f15 1"/>
              <a:gd name="f61" fmla="*/ f48 f14 1"/>
              <a:gd name="f62" fmla="*/ f49 f15 1"/>
              <a:gd name="f63" fmla="*/ f50 f15 1"/>
              <a:gd name="f64" fmla="*/ f51 f14 1"/>
              <a:gd name="f65" fmla="*/ f52 f15 1"/>
              <a:gd name="f66" fmla="*/ f53 f15 1"/>
              <a:gd name="f67" fmla="*/ f54 f15 1"/>
              <a:gd name="f68" fmla="*/ f55 f14 1"/>
              <a:gd name="f69" fmla="*/ f56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4">
                <a:pos x="f61" y="f62"/>
              </a:cxn>
              <a:cxn ang="f34">
                <a:pos x="f61" y="f63"/>
              </a:cxn>
              <a:cxn ang="f34">
                <a:pos x="f64" y="f63"/>
              </a:cxn>
              <a:cxn ang="f34">
                <a:pos x="f64" y="f65"/>
              </a:cxn>
              <a:cxn ang="f34">
                <a:pos x="f61" y="f65"/>
              </a:cxn>
              <a:cxn ang="f34">
                <a:pos x="f64" y="f66"/>
              </a:cxn>
              <a:cxn ang="f34">
                <a:pos x="f64" y="f67"/>
              </a:cxn>
              <a:cxn ang="f34">
                <a:pos x="f68" y="f69"/>
              </a:cxn>
              <a:cxn ang="f34">
                <a:pos x="f68" y="f62"/>
              </a:cxn>
            </a:cxnLst>
            <a:rect l="f57" t="f60" r="f58" b="f59"/>
            <a:pathLst>
              <a:path w="6853871" h="12116353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2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Forme libre : Forme 24">
            <a:extLst>
              <a:ext uri="{FF2B5EF4-FFF2-40B4-BE49-F238E27FC236}">
                <a16:creationId xmlns:a16="http://schemas.microsoft.com/office/drawing/2014/main" id="{4F81A7B3-E25B-8827-F1D2-DA612B6AC5C8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>
              <a:alpha val="85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Ovale 3">
            <a:extLst>
              <a:ext uri="{FF2B5EF4-FFF2-40B4-BE49-F238E27FC236}">
                <a16:creationId xmlns:a16="http://schemas.microsoft.com/office/drawing/2014/main" id="{A0419449-BE93-65C9-C7FE-202BEE4B333F}"/>
              </a:ext>
            </a:extLst>
          </p:cNvPr>
          <p:cNvSpPr/>
          <p:nvPr/>
        </p:nvSpPr>
        <p:spPr>
          <a:xfrm>
            <a:off x="533396" y="914400"/>
            <a:ext cx="1944910" cy="194491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3352"/>
          </a:solidFill>
          <a:ln w="76196" cap="flat">
            <a:solidFill>
              <a:srgbClr val="0065A4">
                <a:alpha val="55000"/>
              </a:srgbClr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7BC4787B-C8AD-22BC-0778-84FC7A792187}"/>
              </a:ext>
            </a:extLst>
          </p:cNvPr>
          <p:cNvSpPr txBox="1"/>
          <p:nvPr/>
        </p:nvSpPr>
        <p:spPr>
          <a:xfrm>
            <a:off x="956992" y="923306"/>
            <a:ext cx="1005117" cy="28593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400" b="0" i="0" u="none" strike="noStrike" kern="1200" cap="none" spc="0" baseline="0">
                <a:solidFill>
                  <a:srgbClr val="2FAFFF"/>
                </a:solidFill>
                <a:uFillTx/>
                <a:latin typeface="Trebuchet MS"/>
              </a:rPr>
              <a:t>“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23AE891C-ABE1-FC92-9EB2-7889136B6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6" y="3200400"/>
            <a:ext cx="7551060" cy="2859310"/>
          </a:xfrm>
        </p:spPr>
        <p:txBody>
          <a:bodyPr anchor="t"/>
          <a:lstStyle>
            <a:lvl1pPr>
              <a:lnSpc>
                <a:spcPct val="100000"/>
              </a:lnSpc>
              <a:defRPr sz="32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Guillemet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77C9DF8A-4F7B-4C4F-561F-8915B9804C6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252204" y="6315075"/>
            <a:ext cx="406395" cy="365129"/>
          </a:xfr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Trade Gothic LT Pro" pitchFamily="34"/>
              </a:defRPr>
            </a:lvl1pPr>
          </a:lstStyle>
          <a:p>
            <a:pPr lvl="0"/>
            <a:fld id="{481BCA9E-0DF8-41C0-AFBB-5B37CCDA29C2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824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one+Titre">
    <p:bg>
      <p:bgPr>
        <a:solidFill>
          <a:srgbClr val="47C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10">
            <a:extLst>
              <a:ext uri="{FF2B5EF4-FFF2-40B4-BE49-F238E27FC236}">
                <a16:creationId xmlns:a16="http://schemas.microsoft.com/office/drawing/2014/main" id="{1575997D-BB60-BA3A-2051-2D565505A490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prstGeom prst="rect">
            <a:avLst/>
          </a:prstGeom>
          <a:solidFill>
            <a:srgbClr val="299CA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Forme libre : Forme 9">
            <a:extLst>
              <a:ext uri="{FF2B5EF4-FFF2-40B4-BE49-F238E27FC236}">
                <a16:creationId xmlns:a16="http://schemas.microsoft.com/office/drawing/2014/main" id="{A6FBBD61-BE4E-A2B1-0EB8-06DDB81C693D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192001"/>
              <a:gd name="f7" fmla="val 6884191"/>
              <a:gd name="f8" fmla="val 7540222"/>
              <a:gd name="f9" fmla="val 10260629"/>
              <a:gd name="f10" fmla="val 2725573"/>
              <a:gd name="f11" fmla="val 11286710"/>
              <a:gd name="f12" fmla="val 12192000"/>
              <a:gd name="f13" fmla="val 3632581"/>
              <a:gd name="f14" fmla="+- 0 0 -90"/>
              <a:gd name="f15" fmla="*/ f3 1 12192001"/>
              <a:gd name="f16" fmla="*/ f4 1 6884191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12192001"/>
              <a:gd name="f25" fmla="*/ f21 1 6884191"/>
              <a:gd name="f26" fmla="*/ 0 f22 1"/>
              <a:gd name="f27" fmla="*/ 0 f21 1"/>
              <a:gd name="f28" fmla="*/ 7540222 f22 1"/>
              <a:gd name="f29" fmla="*/ 10260629 f22 1"/>
              <a:gd name="f30" fmla="*/ 2725573 f21 1"/>
              <a:gd name="f31" fmla="*/ 11286710 f22 1"/>
              <a:gd name="f32" fmla="*/ 12192000 f22 1"/>
              <a:gd name="f33" fmla="*/ 3632581 f21 1"/>
              <a:gd name="f34" fmla="*/ 12192001 f22 1"/>
              <a:gd name="f35" fmla="*/ 6884191 f21 1"/>
              <a:gd name="f36" fmla="+- f23 0 f1"/>
              <a:gd name="f37" fmla="*/ f26 1 12192001"/>
              <a:gd name="f38" fmla="*/ f27 1 6884191"/>
              <a:gd name="f39" fmla="*/ f28 1 12192001"/>
              <a:gd name="f40" fmla="*/ f29 1 12192001"/>
              <a:gd name="f41" fmla="*/ f30 1 6884191"/>
              <a:gd name="f42" fmla="*/ f31 1 12192001"/>
              <a:gd name="f43" fmla="*/ f32 1 12192001"/>
              <a:gd name="f44" fmla="*/ f33 1 6884191"/>
              <a:gd name="f45" fmla="*/ f34 1 12192001"/>
              <a:gd name="f46" fmla="*/ f35 1 6884191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4"/>
              <a:gd name="f54" fmla="*/ f40 1 f24"/>
              <a:gd name="f55" fmla="*/ f41 1 f25"/>
              <a:gd name="f56" fmla="*/ f42 1 f24"/>
              <a:gd name="f57" fmla="*/ f43 1 f24"/>
              <a:gd name="f58" fmla="*/ f44 1 f25"/>
              <a:gd name="f59" fmla="*/ f45 1 f24"/>
              <a:gd name="f60" fmla="*/ f46 1 f25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5 1"/>
              <a:gd name="f68" fmla="*/ f54 f15 1"/>
              <a:gd name="f69" fmla="*/ f55 f16 1"/>
              <a:gd name="f70" fmla="*/ f56 f15 1"/>
              <a:gd name="f71" fmla="*/ f57 f15 1"/>
              <a:gd name="f72" fmla="*/ f58 f16 1"/>
              <a:gd name="f73" fmla="*/ f59 f15 1"/>
              <a:gd name="f74" fmla="*/ f6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7" y="f66"/>
              </a:cxn>
              <a:cxn ang="f36">
                <a:pos x="f68" y="f69"/>
              </a:cxn>
              <a:cxn ang="f36">
                <a:pos x="f70" y="f69"/>
              </a:cxn>
              <a:cxn ang="f36">
                <a:pos x="f71" y="f72"/>
              </a:cxn>
              <a:cxn ang="f36">
                <a:pos x="f73" y="f74"/>
              </a:cxn>
              <a:cxn ang="f36">
                <a:pos x="f65" y="f74"/>
              </a:cxn>
            </a:cxnLst>
            <a:rect l="f61" t="f64" r="f62" b="f63"/>
            <a:pathLst>
              <a:path w="12192001" h="6884191">
                <a:moveTo>
                  <a:pt x="f5" y="f5"/>
                </a:moveTo>
                <a:lnTo>
                  <a:pt x="f8" y="f5"/>
                </a:lnTo>
                <a:lnTo>
                  <a:pt x="f9" y="f10"/>
                </a:lnTo>
                <a:lnTo>
                  <a:pt x="f11" y="f10"/>
                </a:lnTo>
                <a:lnTo>
                  <a:pt x="f12" y="f13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47C3D3">
              <a:alpha val="7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rme libre : Forme 7">
            <a:extLst>
              <a:ext uri="{FF2B5EF4-FFF2-40B4-BE49-F238E27FC236}">
                <a16:creationId xmlns:a16="http://schemas.microsoft.com/office/drawing/2014/main" id="{1414AC0A-F3B6-1503-9099-DB60854D6D4B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>
              <a:alpha val="9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8DCABFCB-780A-0B1C-BBA7-70544233A8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498" y="542925"/>
            <a:ext cx="11214101" cy="535527"/>
          </a:xfrm>
        </p:spPr>
        <p:txBody>
          <a:bodyPr anchor="t">
            <a:spAutoFit/>
          </a:bodyPr>
          <a:lstStyle>
            <a:lvl1pPr>
              <a:defRPr sz="3200" b="1" spc="-7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6" name="Espace réservé du numéro de diapositive 4">
            <a:extLst>
              <a:ext uri="{FF2B5EF4-FFF2-40B4-BE49-F238E27FC236}">
                <a16:creationId xmlns:a16="http://schemas.microsoft.com/office/drawing/2014/main" id="{942B42E6-C37B-4709-9C2F-DE87EEFF4E9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252204" y="6315075"/>
            <a:ext cx="406395" cy="365129"/>
          </a:xfr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Trade Gothic LT Pro" pitchFamily="34"/>
              </a:defRPr>
            </a:lvl1pPr>
          </a:lstStyle>
          <a:p>
            <a:pPr lvl="0"/>
            <a:fld id="{A8CD2E4C-47D0-44FD-A459-0A0DD0B03A70}" type="slidenum">
              <a:t>‹N°›</a:t>
            </a:fld>
            <a:endParaRPr lang="fr-FR"/>
          </a:p>
        </p:txBody>
      </p:sp>
      <p:grpSp>
        <p:nvGrpSpPr>
          <p:cNvPr id="7" name="Groupe 14">
            <a:extLst>
              <a:ext uri="{FF2B5EF4-FFF2-40B4-BE49-F238E27FC236}">
                <a16:creationId xmlns:a16="http://schemas.microsoft.com/office/drawing/2014/main" id="{03E12058-368A-8490-F914-0FA476311711}"/>
              </a:ext>
            </a:extLst>
          </p:cNvPr>
          <p:cNvGrpSpPr/>
          <p:nvPr/>
        </p:nvGrpSpPr>
        <p:grpSpPr>
          <a:xfrm>
            <a:off x="444503" y="-267763"/>
            <a:ext cx="645306" cy="535527"/>
            <a:chOff x="444503" y="-267763"/>
            <a:chExt cx="645306" cy="535527"/>
          </a:xfrm>
        </p:grpSpPr>
        <p:sp>
          <p:nvSpPr>
            <p:cNvPr id="8" name="Forme libre : Forme 15">
              <a:extLst>
                <a:ext uri="{FF2B5EF4-FFF2-40B4-BE49-F238E27FC236}">
                  <a16:creationId xmlns:a16="http://schemas.microsoft.com/office/drawing/2014/main" id="{094806F1-12ED-F35B-1CD5-BB585D317948}"/>
                </a:ext>
              </a:extLst>
            </p:cNvPr>
            <p:cNvSpPr/>
            <p:nvPr/>
          </p:nvSpPr>
          <p:spPr>
            <a:xfrm rot="18900010">
              <a:off x="554282" y="-267763"/>
              <a:ext cx="535527" cy="5355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" name="Forme libre : Forme 16">
              <a:extLst>
                <a:ext uri="{FF2B5EF4-FFF2-40B4-BE49-F238E27FC236}">
                  <a16:creationId xmlns:a16="http://schemas.microsoft.com/office/drawing/2014/main" id="{9A6B874B-453E-A183-6BBA-19865A14FC66}"/>
                </a:ext>
              </a:extLst>
            </p:cNvPr>
            <p:cNvSpPr/>
            <p:nvPr/>
          </p:nvSpPr>
          <p:spPr>
            <a:xfrm rot="2699990" flipH="1">
              <a:off x="444503" y="-258941"/>
              <a:ext cx="517870" cy="517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blipFill>
              <a:blip r:embed="rId2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0" name="Espace réservé du texte 22">
            <a:extLst>
              <a:ext uri="{FF2B5EF4-FFF2-40B4-BE49-F238E27FC236}">
                <a16:creationId xmlns:a16="http://schemas.microsoft.com/office/drawing/2014/main" id="{ED2D492A-E130-04F0-3685-F94F3B817B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4498" y="1625382"/>
            <a:ext cx="6718297" cy="409323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FFFFFF"/>
                </a:solidFill>
                <a:cs typeface="Arial" pitchFamily="34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rgbClr val="FFFFFF"/>
                </a:solidFill>
                <a:cs typeface="Arial" pitchFamily="34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rgbClr val="FFFFFF"/>
                </a:solidFill>
                <a:cs typeface="Arial" pitchFamily="34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77465768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uniquement">
    <p:bg>
      <p:bgPr>
        <a:solidFill>
          <a:srgbClr val="47C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10">
            <a:extLst>
              <a:ext uri="{FF2B5EF4-FFF2-40B4-BE49-F238E27FC236}">
                <a16:creationId xmlns:a16="http://schemas.microsoft.com/office/drawing/2014/main" id="{BB75D19C-B9DE-26BF-E64B-26776FAE84D7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prstGeom prst="rect">
            <a:avLst/>
          </a:prstGeom>
          <a:solidFill>
            <a:srgbClr val="299CA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Forme libre : Forme 9">
            <a:extLst>
              <a:ext uri="{FF2B5EF4-FFF2-40B4-BE49-F238E27FC236}">
                <a16:creationId xmlns:a16="http://schemas.microsoft.com/office/drawing/2014/main" id="{63F42E9A-E627-D6E3-FE38-447B18C4EE29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192001"/>
              <a:gd name="f7" fmla="val 6884191"/>
              <a:gd name="f8" fmla="val 7540222"/>
              <a:gd name="f9" fmla="val 10260629"/>
              <a:gd name="f10" fmla="val 2725573"/>
              <a:gd name="f11" fmla="val 11286710"/>
              <a:gd name="f12" fmla="val 12192000"/>
              <a:gd name="f13" fmla="val 3632581"/>
              <a:gd name="f14" fmla="+- 0 0 -90"/>
              <a:gd name="f15" fmla="*/ f3 1 12192001"/>
              <a:gd name="f16" fmla="*/ f4 1 6884191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12192001"/>
              <a:gd name="f25" fmla="*/ f21 1 6884191"/>
              <a:gd name="f26" fmla="*/ 0 f22 1"/>
              <a:gd name="f27" fmla="*/ 0 f21 1"/>
              <a:gd name="f28" fmla="*/ 7540222 f22 1"/>
              <a:gd name="f29" fmla="*/ 10260629 f22 1"/>
              <a:gd name="f30" fmla="*/ 2725573 f21 1"/>
              <a:gd name="f31" fmla="*/ 11286710 f22 1"/>
              <a:gd name="f32" fmla="*/ 12192000 f22 1"/>
              <a:gd name="f33" fmla="*/ 3632581 f21 1"/>
              <a:gd name="f34" fmla="*/ 12192001 f22 1"/>
              <a:gd name="f35" fmla="*/ 6884191 f21 1"/>
              <a:gd name="f36" fmla="+- f23 0 f1"/>
              <a:gd name="f37" fmla="*/ f26 1 12192001"/>
              <a:gd name="f38" fmla="*/ f27 1 6884191"/>
              <a:gd name="f39" fmla="*/ f28 1 12192001"/>
              <a:gd name="f40" fmla="*/ f29 1 12192001"/>
              <a:gd name="f41" fmla="*/ f30 1 6884191"/>
              <a:gd name="f42" fmla="*/ f31 1 12192001"/>
              <a:gd name="f43" fmla="*/ f32 1 12192001"/>
              <a:gd name="f44" fmla="*/ f33 1 6884191"/>
              <a:gd name="f45" fmla="*/ f34 1 12192001"/>
              <a:gd name="f46" fmla="*/ f35 1 6884191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4"/>
              <a:gd name="f54" fmla="*/ f40 1 f24"/>
              <a:gd name="f55" fmla="*/ f41 1 f25"/>
              <a:gd name="f56" fmla="*/ f42 1 f24"/>
              <a:gd name="f57" fmla="*/ f43 1 f24"/>
              <a:gd name="f58" fmla="*/ f44 1 f25"/>
              <a:gd name="f59" fmla="*/ f45 1 f24"/>
              <a:gd name="f60" fmla="*/ f46 1 f25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5 1"/>
              <a:gd name="f68" fmla="*/ f54 f15 1"/>
              <a:gd name="f69" fmla="*/ f55 f16 1"/>
              <a:gd name="f70" fmla="*/ f56 f15 1"/>
              <a:gd name="f71" fmla="*/ f57 f15 1"/>
              <a:gd name="f72" fmla="*/ f58 f16 1"/>
              <a:gd name="f73" fmla="*/ f59 f15 1"/>
              <a:gd name="f74" fmla="*/ f6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7" y="f66"/>
              </a:cxn>
              <a:cxn ang="f36">
                <a:pos x="f68" y="f69"/>
              </a:cxn>
              <a:cxn ang="f36">
                <a:pos x="f70" y="f69"/>
              </a:cxn>
              <a:cxn ang="f36">
                <a:pos x="f71" y="f72"/>
              </a:cxn>
              <a:cxn ang="f36">
                <a:pos x="f73" y="f74"/>
              </a:cxn>
              <a:cxn ang="f36">
                <a:pos x="f65" y="f74"/>
              </a:cxn>
            </a:cxnLst>
            <a:rect l="f61" t="f64" r="f62" b="f63"/>
            <a:pathLst>
              <a:path w="12192001" h="6884191">
                <a:moveTo>
                  <a:pt x="f5" y="f5"/>
                </a:moveTo>
                <a:lnTo>
                  <a:pt x="f8" y="f5"/>
                </a:lnTo>
                <a:lnTo>
                  <a:pt x="f9" y="f10"/>
                </a:lnTo>
                <a:lnTo>
                  <a:pt x="f11" y="f10"/>
                </a:lnTo>
                <a:lnTo>
                  <a:pt x="f12" y="f13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47C3D3">
              <a:alpha val="7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rme libre : Forme 17">
            <a:extLst>
              <a:ext uri="{FF2B5EF4-FFF2-40B4-BE49-F238E27FC236}">
                <a16:creationId xmlns:a16="http://schemas.microsoft.com/office/drawing/2014/main" id="{8DD502B7-87F1-950A-5632-944D929765F3}"/>
              </a:ext>
            </a:extLst>
          </p:cNvPr>
          <p:cNvSpPr/>
          <p:nvPr/>
        </p:nvSpPr>
        <p:spPr>
          <a:xfrm rot="16199987" flipV="1">
            <a:off x="2964815" y="-2364446"/>
            <a:ext cx="6862745" cy="115916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62744"/>
              <a:gd name="f7" fmla="val 11591639"/>
              <a:gd name="f8" fmla="val 5240223"/>
              <a:gd name="f9" fmla="val 4145656"/>
              <a:gd name="f10" fmla="val 5240222"/>
              <a:gd name="f11" fmla="val 2519152"/>
              <a:gd name="f12" fmla="val 1367198"/>
              <a:gd name="f13" fmla="val 2775863"/>
              <a:gd name="f14" fmla="+- 0 0 -90"/>
              <a:gd name="f15" fmla="*/ f3 1 6862744"/>
              <a:gd name="f16" fmla="*/ f4 1 11591639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62744"/>
              <a:gd name="f25" fmla="*/ f21 1 11591639"/>
              <a:gd name="f26" fmla="*/ 6862744 f22 1"/>
              <a:gd name="f27" fmla="*/ 11591639 f21 1"/>
              <a:gd name="f28" fmla="*/ 5240223 f21 1"/>
              <a:gd name="f29" fmla="*/ 4145656 f22 1"/>
              <a:gd name="f30" fmla="*/ 5240222 f21 1"/>
              <a:gd name="f31" fmla="*/ 2519152 f21 1"/>
              <a:gd name="f32" fmla="*/ 1367198 f21 1"/>
              <a:gd name="f33" fmla="*/ 2775863 f22 1"/>
              <a:gd name="f34" fmla="*/ 0 f21 1"/>
              <a:gd name="f35" fmla="*/ 0 f22 1"/>
              <a:gd name="f36" fmla="+- f23 0 f1"/>
              <a:gd name="f37" fmla="*/ f26 1 6862744"/>
              <a:gd name="f38" fmla="*/ f27 1 11591639"/>
              <a:gd name="f39" fmla="*/ f28 1 11591639"/>
              <a:gd name="f40" fmla="*/ f29 1 6862744"/>
              <a:gd name="f41" fmla="*/ f30 1 11591639"/>
              <a:gd name="f42" fmla="*/ f31 1 11591639"/>
              <a:gd name="f43" fmla="*/ f32 1 11591639"/>
              <a:gd name="f44" fmla="*/ f33 1 6862744"/>
              <a:gd name="f45" fmla="*/ f34 1 11591639"/>
              <a:gd name="f46" fmla="*/ f35 1 6862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62744" h="11591639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2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Forme libre : Forme 11">
            <a:extLst>
              <a:ext uri="{FF2B5EF4-FFF2-40B4-BE49-F238E27FC236}">
                <a16:creationId xmlns:a16="http://schemas.microsoft.com/office/drawing/2014/main" id="{42EC072D-F301-0DF9-DB36-0F373DDFE965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3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Forme libre : Forme 7">
            <a:extLst>
              <a:ext uri="{FF2B5EF4-FFF2-40B4-BE49-F238E27FC236}">
                <a16:creationId xmlns:a16="http://schemas.microsoft.com/office/drawing/2014/main" id="{26C46BAC-DF8B-E980-B2BE-279CD28EA275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>
              <a:alpha val="9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398B5406-F6B4-595D-AFCE-44F3F12BA1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498" y="542925"/>
            <a:ext cx="11214101" cy="535527"/>
          </a:xfrm>
        </p:spPr>
        <p:txBody>
          <a:bodyPr anchor="t">
            <a:spAutoFit/>
          </a:bodyPr>
          <a:lstStyle>
            <a:lvl1pPr>
              <a:defRPr sz="3200" b="1" spc="-7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grpSp>
        <p:nvGrpSpPr>
          <p:cNvPr id="8" name="Groupe 14">
            <a:extLst>
              <a:ext uri="{FF2B5EF4-FFF2-40B4-BE49-F238E27FC236}">
                <a16:creationId xmlns:a16="http://schemas.microsoft.com/office/drawing/2014/main" id="{5A57DC9D-1B2A-2600-B48C-89822C88E750}"/>
              </a:ext>
            </a:extLst>
          </p:cNvPr>
          <p:cNvGrpSpPr/>
          <p:nvPr/>
        </p:nvGrpSpPr>
        <p:grpSpPr>
          <a:xfrm>
            <a:off x="444503" y="-267763"/>
            <a:ext cx="645306" cy="535527"/>
            <a:chOff x="444503" y="-267763"/>
            <a:chExt cx="645306" cy="535527"/>
          </a:xfrm>
        </p:grpSpPr>
        <p:sp>
          <p:nvSpPr>
            <p:cNvPr id="9" name="Forme libre : Forme 15">
              <a:extLst>
                <a:ext uri="{FF2B5EF4-FFF2-40B4-BE49-F238E27FC236}">
                  <a16:creationId xmlns:a16="http://schemas.microsoft.com/office/drawing/2014/main" id="{5B2DFDCF-9DCF-B664-E866-1EF243CBD949}"/>
                </a:ext>
              </a:extLst>
            </p:cNvPr>
            <p:cNvSpPr/>
            <p:nvPr/>
          </p:nvSpPr>
          <p:spPr>
            <a:xfrm rot="18900010">
              <a:off x="554282" y="-267763"/>
              <a:ext cx="535527" cy="5355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0" name="Forme libre : Forme 16">
              <a:extLst>
                <a:ext uri="{FF2B5EF4-FFF2-40B4-BE49-F238E27FC236}">
                  <a16:creationId xmlns:a16="http://schemas.microsoft.com/office/drawing/2014/main" id="{9802BF30-0A0C-BCA1-A6E2-4319EBA69733}"/>
                </a:ext>
              </a:extLst>
            </p:cNvPr>
            <p:cNvSpPr/>
            <p:nvPr/>
          </p:nvSpPr>
          <p:spPr>
            <a:xfrm rot="2699990" flipH="1">
              <a:off x="444503" y="-258941"/>
              <a:ext cx="517870" cy="517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blipFill>
              <a:blip r:embed="rId4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1" name="Groupe 5">
            <a:extLst>
              <a:ext uri="{FF2B5EF4-FFF2-40B4-BE49-F238E27FC236}">
                <a16:creationId xmlns:a16="http://schemas.microsoft.com/office/drawing/2014/main" id="{F3E926DD-C0C2-98E3-13EC-CA546D4248AC}"/>
              </a:ext>
            </a:extLst>
          </p:cNvPr>
          <p:cNvGrpSpPr/>
          <p:nvPr/>
        </p:nvGrpSpPr>
        <p:grpSpPr>
          <a:xfrm>
            <a:off x="0" y="1357408"/>
            <a:ext cx="12191996" cy="4846320"/>
            <a:chOff x="0" y="1357408"/>
            <a:chExt cx="12191996" cy="4846320"/>
          </a:xfrm>
        </p:grpSpPr>
        <p:sp>
          <p:nvSpPr>
            <p:cNvPr id="12" name="Rectangle : Coin rogné 18">
              <a:extLst>
                <a:ext uri="{FF2B5EF4-FFF2-40B4-BE49-F238E27FC236}">
                  <a16:creationId xmlns:a16="http://schemas.microsoft.com/office/drawing/2014/main" id="{407C9107-A1DB-E4BF-1B97-EDC8DD9352D6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blipFill>
              <a:blip r:embed="rId5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" name="Rectangle : Coin rogné 2">
              <a:extLst>
                <a:ext uri="{FF2B5EF4-FFF2-40B4-BE49-F238E27FC236}">
                  <a16:creationId xmlns:a16="http://schemas.microsoft.com/office/drawing/2014/main" id="{51912C0C-3729-D346-98BC-9FCC9013F094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1967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1967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4" name="Forme libre : Forme 23">
            <a:extLst>
              <a:ext uri="{FF2B5EF4-FFF2-40B4-BE49-F238E27FC236}">
                <a16:creationId xmlns:a16="http://schemas.microsoft.com/office/drawing/2014/main" id="{6DEBC84D-7DE1-AC45-805D-B0190ABE89A6}"/>
              </a:ext>
            </a:extLst>
          </p:cNvPr>
          <p:cNvSpPr/>
          <p:nvPr/>
        </p:nvSpPr>
        <p:spPr>
          <a:xfrm flipH="1">
            <a:off x="10782303" y="5448296"/>
            <a:ext cx="1409703" cy="14097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54341"/>
              <a:gd name="f7" fmla="+- 0 0 -90"/>
              <a:gd name="f8" fmla="*/ f3 1 754341"/>
              <a:gd name="f9" fmla="*/ f4 1 754341"/>
              <a:gd name="f10" fmla="val f5"/>
              <a:gd name="f11" fmla="val f6"/>
              <a:gd name="f12" fmla="*/ f7 f0 1"/>
              <a:gd name="f13" fmla="+- f11 0 f10"/>
              <a:gd name="f14" fmla="*/ f12 1 f2"/>
              <a:gd name="f15" fmla="*/ f13 1 754341"/>
              <a:gd name="f16" fmla="*/ 754341 f13 1"/>
              <a:gd name="f17" fmla="*/ 0 f13 1"/>
              <a:gd name="f18" fmla="+- f14 0 f1"/>
              <a:gd name="f19" fmla="*/ f16 1 754341"/>
              <a:gd name="f20" fmla="*/ f17 1 754341"/>
              <a:gd name="f21" fmla="*/ f10 1 f15"/>
              <a:gd name="f22" fmla="*/ f11 1 f15"/>
              <a:gd name="f23" fmla="*/ f19 1 f15"/>
              <a:gd name="f24" fmla="*/ f20 1 f15"/>
              <a:gd name="f25" fmla="*/ f21 f8 1"/>
              <a:gd name="f26" fmla="*/ f22 f8 1"/>
              <a:gd name="f27" fmla="*/ f22 f9 1"/>
              <a:gd name="f28" fmla="*/ f21 f9 1"/>
              <a:gd name="f29" fmla="*/ f23 f8 1"/>
              <a:gd name="f30" fmla="*/ f23 f9 1"/>
              <a:gd name="f31" fmla="*/ f24 f8 1"/>
              <a:gd name="f32" fmla="*/ f2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8">
                <a:pos x="f29" y="f30"/>
              </a:cxn>
              <a:cxn ang="f18">
                <a:pos x="f31" y="f30"/>
              </a:cxn>
              <a:cxn ang="f18">
                <a:pos x="f31" y="f32"/>
              </a:cxn>
            </a:cxnLst>
            <a:rect l="f25" t="f28" r="f26" b="f27"/>
            <a:pathLst>
              <a:path w="754341" h="754341">
                <a:moveTo>
                  <a:pt x="f6" y="f6"/>
                </a:move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blipFill>
            <a:blip r:embed="rId6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Espace réservé du numéro de diapositive 4">
            <a:extLst>
              <a:ext uri="{FF2B5EF4-FFF2-40B4-BE49-F238E27FC236}">
                <a16:creationId xmlns:a16="http://schemas.microsoft.com/office/drawing/2014/main" id="{71856930-6F57-7982-500C-985C215F9FF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252204" y="6315075"/>
            <a:ext cx="406395" cy="365129"/>
          </a:xfr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Trade Gothic LT Pro" pitchFamily="34"/>
              </a:defRPr>
            </a:lvl1pPr>
          </a:lstStyle>
          <a:p>
            <a:pPr lvl="0"/>
            <a:fld id="{81D53341-90BD-4B13-8C25-3D8E6CB75994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066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solidFill>
          <a:srgbClr val="47C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10">
            <a:extLst>
              <a:ext uri="{FF2B5EF4-FFF2-40B4-BE49-F238E27FC236}">
                <a16:creationId xmlns:a16="http://schemas.microsoft.com/office/drawing/2014/main" id="{6C31156C-5F41-F91F-5762-8461ECE9C055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prstGeom prst="rect">
            <a:avLst/>
          </a:prstGeom>
          <a:solidFill>
            <a:srgbClr val="299CA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Forme libre : Forme 9">
            <a:extLst>
              <a:ext uri="{FF2B5EF4-FFF2-40B4-BE49-F238E27FC236}">
                <a16:creationId xmlns:a16="http://schemas.microsoft.com/office/drawing/2014/main" id="{288AC6E8-36BD-6B39-BED6-43537014AFBC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192001"/>
              <a:gd name="f7" fmla="val 6884191"/>
              <a:gd name="f8" fmla="val 7540222"/>
              <a:gd name="f9" fmla="val 10260629"/>
              <a:gd name="f10" fmla="val 2725573"/>
              <a:gd name="f11" fmla="val 11286710"/>
              <a:gd name="f12" fmla="val 12192000"/>
              <a:gd name="f13" fmla="val 3632581"/>
              <a:gd name="f14" fmla="+- 0 0 -90"/>
              <a:gd name="f15" fmla="*/ f3 1 12192001"/>
              <a:gd name="f16" fmla="*/ f4 1 6884191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12192001"/>
              <a:gd name="f25" fmla="*/ f21 1 6884191"/>
              <a:gd name="f26" fmla="*/ 0 f22 1"/>
              <a:gd name="f27" fmla="*/ 0 f21 1"/>
              <a:gd name="f28" fmla="*/ 7540222 f22 1"/>
              <a:gd name="f29" fmla="*/ 10260629 f22 1"/>
              <a:gd name="f30" fmla="*/ 2725573 f21 1"/>
              <a:gd name="f31" fmla="*/ 11286710 f22 1"/>
              <a:gd name="f32" fmla="*/ 12192000 f22 1"/>
              <a:gd name="f33" fmla="*/ 3632581 f21 1"/>
              <a:gd name="f34" fmla="*/ 12192001 f22 1"/>
              <a:gd name="f35" fmla="*/ 6884191 f21 1"/>
              <a:gd name="f36" fmla="+- f23 0 f1"/>
              <a:gd name="f37" fmla="*/ f26 1 12192001"/>
              <a:gd name="f38" fmla="*/ f27 1 6884191"/>
              <a:gd name="f39" fmla="*/ f28 1 12192001"/>
              <a:gd name="f40" fmla="*/ f29 1 12192001"/>
              <a:gd name="f41" fmla="*/ f30 1 6884191"/>
              <a:gd name="f42" fmla="*/ f31 1 12192001"/>
              <a:gd name="f43" fmla="*/ f32 1 12192001"/>
              <a:gd name="f44" fmla="*/ f33 1 6884191"/>
              <a:gd name="f45" fmla="*/ f34 1 12192001"/>
              <a:gd name="f46" fmla="*/ f35 1 6884191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4"/>
              <a:gd name="f54" fmla="*/ f40 1 f24"/>
              <a:gd name="f55" fmla="*/ f41 1 f25"/>
              <a:gd name="f56" fmla="*/ f42 1 f24"/>
              <a:gd name="f57" fmla="*/ f43 1 f24"/>
              <a:gd name="f58" fmla="*/ f44 1 f25"/>
              <a:gd name="f59" fmla="*/ f45 1 f24"/>
              <a:gd name="f60" fmla="*/ f46 1 f25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5 1"/>
              <a:gd name="f68" fmla="*/ f54 f15 1"/>
              <a:gd name="f69" fmla="*/ f55 f16 1"/>
              <a:gd name="f70" fmla="*/ f56 f15 1"/>
              <a:gd name="f71" fmla="*/ f57 f15 1"/>
              <a:gd name="f72" fmla="*/ f58 f16 1"/>
              <a:gd name="f73" fmla="*/ f59 f15 1"/>
              <a:gd name="f74" fmla="*/ f6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7" y="f66"/>
              </a:cxn>
              <a:cxn ang="f36">
                <a:pos x="f68" y="f69"/>
              </a:cxn>
              <a:cxn ang="f36">
                <a:pos x="f70" y="f69"/>
              </a:cxn>
              <a:cxn ang="f36">
                <a:pos x="f71" y="f72"/>
              </a:cxn>
              <a:cxn ang="f36">
                <a:pos x="f73" y="f74"/>
              </a:cxn>
              <a:cxn ang="f36">
                <a:pos x="f65" y="f74"/>
              </a:cxn>
            </a:cxnLst>
            <a:rect l="f61" t="f64" r="f62" b="f63"/>
            <a:pathLst>
              <a:path w="12192001" h="6884191">
                <a:moveTo>
                  <a:pt x="f5" y="f5"/>
                </a:moveTo>
                <a:lnTo>
                  <a:pt x="f8" y="f5"/>
                </a:lnTo>
                <a:lnTo>
                  <a:pt x="f9" y="f10"/>
                </a:lnTo>
                <a:lnTo>
                  <a:pt x="f11" y="f10"/>
                </a:lnTo>
                <a:lnTo>
                  <a:pt x="f12" y="f13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47C3D3">
              <a:alpha val="7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rme libre : Forme 17">
            <a:extLst>
              <a:ext uri="{FF2B5EF4-FFF2-40B4-BE49-F238E27FC236}">
                <a16:creationId xmlns:a16="http://schemas.microsoft.com/office/drawing/2014/main" id="{13A0F288-4F02-0BC4-0C57-A2A89AC17187}"/>
              </a:ext>
            </a:extLst>
          </p:cNvPr>
          <p:cNvSpPr/>
          <p:nvPr/>
        </p:nvSpPr>
        <p:spPr>
          <a:xfrm rot="16199987" flipV="1">
            <a:off x="2964815" y="-2364446"/>
            <a:ext cx="6862745" cy="115916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62744"/>
              <a:gd name="f7" fmla="val 11591639"/>
              <a:gd name="f8" fmla="val 5240223"/>
              <a:gd name="f9" fmla="val 4145656"/>
              <a:gd name="f10" fmla="val 5240222"/>
              <a:gd name="f11" fmla="val 2519152"/>
              <a:gd name="f12" fmla="val 1367198"/>
              <a:gd name="f13" fmla="val 2775863"/>
              <a:gd name="f14" fmla="+- 0 0 -90"/>
              <a:gd name="f15" fmla="*/ f3 1 6862744"/>
              <a:gd name="f16" fmla="*/ f4 1 11591639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62744"/>
              <a:gd name="f25" fmla="*/ f21 1 11591639"/>
              <a:gd name="f26" fmla="*/ 6862744 f22 1"/>
              <a:gd name="f27" fmla="*/ 11591639 f21 1"/>
              <a:gd name="f28" fmla="*/ 5240223 f21 1"/>
              <a:gd name="f29" fmla="*/ 4145656 f22 1"/>
              <a:gd name="f30" fmla="*/ 5240222 f21 1"/>
              <a:gd name="f31" fmla="*/ 2519152 f21 1"/>
              <a:gd name="f32" fmla="*/ 1367198 f21 1"/>
              <a:gd name="f33" fmla="*/ 2775863 f22 1"/>
              <a:gd name="f34" fmla="*/ 0 f21 1"/>
              <a:gd name="f35" fmla="*/ 0 f22 1"/>
              <a:gd name="f36" fmla="+- f23 0 f1"/>
              <a:gd name="f37" fmla="*/ f26 1 6862744"/>
              <a:gd name="f38" fmla="*/ f27 1 11591639"/>
              <a:gd name="f39" fmla="*/ f28 1 11591639"/>
              <a:gd name="f40" fmla="*/ f29 1 6862744"/>
              <a:gd name="f41" fmla="*/ f30 1 11591639"/>
              <a:gd name="f42" fmla="*/ f31 1 11591639"/>
              <a:gd name="f43" fmla="*/ f32 1 11591639"/>
              <a:gd name="f44" fmla="*/ f33 1 6862744"/>
              <a:gd name="f45" fmla="*/ f34 1 11591639"/>
              <a:gd name="f46" fmla="*/ f35 1 6862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62744" h="11591639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2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Forme libre : Forme 11">
            <a:extLst>
              <a:ext uri="{FF2B5EF4-FFF2-40B4-BE49-F238E27FC236}">
                <a16:creationId xmlns:a16="http://schemas.microsoft.com/office/drawing/2014/main" id="{4A16A32C-2747-780F-23C6-87C10C6225DF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3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Forme libre : Forme 7">
            <a:extLst>
              <a:ext uri="{FF2B5EF4-FFF2-40B4-BE49-F238E27FC236}">
                <a16:creationId xmlns:a16="http://schemas.microsoft.com/office/drawing/2014/main" id="{8EC1A4EC-8304-90A3-2C16-BFA31FD2CB0E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>
              <a:alpha val="9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35387AD-EBCE-FF50-34D8-E4F2AD8B5F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498" y="542925"/>
            <a:ext cx="11214101" cy="535527"/>
          </a:xfrm>
        </p:spPr>
        <p:txBody>
          <a:bodyPr anchor="t">
            <a:spAutoFit/>
          </a:bodyPr>
          <a:lstStyle>
            <a:lvl1pPr>
              <a:defRPr sz="3200" b="1" spc="-7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grpSp>
        <p:nvGrpSpPr>
          <p:cNvPr id="8" name="Groupe 14">
            <a:extLst>
              <a:ext uri="{FF2B5EF4-FFF2-40B4-BE49-F238E27FC236}">
                <a16:creationId xmlns:a16="http://schemas.microsoft.com/office/drawing/2014/main" id="{F7ACF993-262C-EFF8-4395-40E4FBC4F6C2}"/>
              </a:ext>
            </a:extLst>
          </p:cNvPr>
          <p:cNvGrpSpPr/>
          <p:nvPr/>
        </p:nvGrpSpPr>
        <p:grpSpPr>
          <a:xfrm>
            <a:off x="444503" y="-267763"/>
            <a:ext cx="645306" cy="535527"/>
            <a:chOff x="444503" y="-267763"/>
            <a:chExt cx="645306" cy="535527"/>
          </a:xfrm>
        </p:grpSpPr>
        <p:sp>
          <p:nvSpPr>
            <p:cNvPr id="9" name="Forme libre : Forme 15">
              <a:extLst>
                <a:ext uri="{FF2B5EF4-FFF2-40B4-BE49-F238E27FC236}">
                  <a16:creationId xmlns:a16="http://schemas.microsoft.com/office/drawing/2014/main" id="{A8101F42-E0DE-E70D-CCAB-E26AECA1D367}"/>
                </a:ext>
              </a:extLst>
            </p:cNvPr>
            <p:cNvSpPr/>
            <p:nvPr/>
          </p:nvSpPr>
          <p:spPr>
            <a:xfrm rot="18900010">
              <a:off x="554282" y="-267763"/>
              <a:ext cx="535527" cy="5355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0" name="Forme libre : Forme 16">
              <a:extLst>
                <a:ext uri="{FF2B5EF4-FFF2-40B4-BE49-F238E27FC236}">
                  <a16:creationId xmlns:a16="http://schemas.microsoft.com/office/drawing/2014/main" id="{555BBB18-D7ED-0F94-BDF5-ADE12EFD9557}"/>
                </a:ext>
              </a:extLst>
            </p:cNvPr>
            <p:cNvSpPr/>
            <p:nvPr/>
          </p:nvSpPr>
          <p:spPr>
            <a:xfrm rot="2699990" flipH="1">
              <a:off x="444503" y="-258941"/>
              <a:ext cx="517870" cy="517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blipFill>
              <a:blip r:embed="rId4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1" name="Groupe 5">
            <a:extLst>
              <a:ext uri="{FF2B5EF4-FFF2-40B4-BE49-F238E27FC236}">
                <a16:creationId xmlns:a16="http://schemas.microsoft.com/office/drawing/2014/main" id="{CE73DF79-8C46-2B00-ACA7-2CB547F732D3}"/>
              </a:ext>
            </a:extLst>
          </p:cNvPr>
          <p:cNvGrpSpPr/>
          <p:nvPr/>
        </p:nvGrpSpPr>
        <p:grpSpPr>
          <a:xfrm>
            <a:off x="0" y="1357408"/>
            <a:ext cx="12191996" cy="4846320"/>
            <a:chOff x="0" y="1357408"/>
            <a:chExt cx="12191996" cy="4846320"/>
          </a:xfrm>
        </p:grpSpPr>
        <p:sp>
          <p:nvSpPr>
            <p:cNvPr id="12" name="Rectangle : Coin rogné 18">
              <a:extLst>
                <a:ext uri="{FF2B5EF4-FFF2-40B4-BE49-F238E27FC236}">
                  <a16:creationId xmlns:a16="http://schemas.microsoft.com/office/drawing/2014/main" id="{25B7862D-DDD0-9C65-130A-26C5EF54A9A6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blipFill>
              <a:blip r:embed="rId5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" name="Rectangle : Coin rogné 2">
              <a:extLst>
                <a:ext uri="{FF2B5EF4-FFF2-40B4-BE49-F238E27FC236}">
                  <a16:creationId xmlns:a16="http://schemas.microsoft.com/office/drawing/2014/main" id="{B18EB460-7F46-F1D5-3B47-45EFD35A0639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1967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1967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4" name="Forme libre : Forme 23">
            <a:extLst>
              <a:ext uri="{FF2B5EF4-FFF2-40B4-BE49-F238E27FC236}">
                <a16:creationId xmlns:a16="http://schemas.microsoft.com/office/drawing/2014/main" id="{5987A035-86D1-624A-12F5-D3EA43ECC90F}"/>
              </a:ext>
            </a:extLst>
          </p:cNvPr>
          <p:cNvSpPr/>
          <p:nvPr/>
        </p:nvSpPr>
        <p:spPr>
          <a:xfrm flipH="1">
            <a:off x="10782303" y="5448296"/>
            <a:ext cx="1409703" cy="14097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54341"/>
              <a:gd name="f7" fmla="+- 0 0 -90"/>
              <a:gd name="f8" fmla="*/ f3 1 754341"/>
              <a:gd name="f9" fmla="*/ f4 1 754341"/>
              <a:gd name="f10" fmla="val f5"/>
              <a:gd name="f11" fmla="val f6"/>
              <a:gd name="f12" fmla="*/ f7 f0 1"/>
              <a:gd name="f13" fmla="+- f11 0 f10"/>
              <a:gd name="f14" fmla="*/ f12 1 f2"/>
              <a:gd name="f15" fmla="*/ f13 1 754341"/>
              <a:gd name="f16" fmla="*/ 754341 f13 1"/>
              <a:gd name="f17" fmla="*/ 0 f13 1"/>
              <a:gd name="f18" fmla="+- f14 0 f1"/>
              <a:gd name="f19" fmla="*/ f16 1 754341"/>
              <a:gd name="f20" fmla="*/ f17 1 754341"/>
              <a:gd name="f21" fmla="*/ f10 1 f15"/>
              <a:gd name="f22" fmla="*/ f11 1 f15"/>
              <a:gd name="f23" fmla="*/ f19 1 f15"/>
              <a:gd name="f24" fmla="*/ f20 1 f15"/>
              <a:gd name="f25" fmla="*/ f21 f8 1"/>
              <a:gd name="f26" fmla="*/ f22 f8 1"/>
              <a:gd name="f27" fmla="*/ f22 f9 1"/>
              <a:gd name="f28" fmla="*/ f21 f9 1"/>
              <a:gd name="f29" fmla="*/ f23 f8 1"/>
              <a:gd name="f30" fmla="*/ f23 f9 1"/>
              <a:gd name="f31" fmla="*/ f24 f8 1"/>
              <a:gd name="f32" fmla="*/ f2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8">
                <a:pos x="f29" y="f30"/>
              </a:cxn>
              <a:cxn ang="f18">
                <a:pos x="f31" y="f30"/>
              </a:cxn>
              <a:cxn ang="f18">
                <a:pos x="f31" y="f32"/>
              </a:cxn>
            </a:cxnLst>
            <a:rect l="f25" t="f28" r="f26" b="f27"/>
            <a:pathLst>
              <a:path w="754341" h="754341">
                <a:moveTo>
                  <a:pt x="f6" y="f6"/>
                </a:move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blipFill>
            <a:blip r:embed="rId6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Espace réservé du numéro de diapositive 4">
            <a:extLst>
              <a:ext uri="{FF2B5EF4-FFF2-40B4-BE49-F238E27FC236}">
                <a16:creationId xmlns:a16="http://schemas.microsoft.com/office/drawing/2014/main" id="{65B3B06A-BF7C-2C28-ED82-A3E0BC8B4BF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252204" y="6315075"/>
            <a:ext cx="406395" cy="365129"/>
          </a:xfr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Trade Gothic LT Pro" pitchFamily="34"/>
              </a:defRPr>
            </a:lvl1pPr>
          </a:lstStyle>
          <a:p>
            <a:pPr lvl="0"/>
            <a:fld id="{E76C8D39-F329-4F1D-8E18-EB6E08A9ADF6}" type="slidenum">
              <a:t>‹N°›</a:t>
            </a:fld>
            <a:endParaRPr lang="fr-FR"/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71D13CFC-D9AE-5D65-90F5-3AB4B015B44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43365" y="1825627"/>
            <a:ext cx="11215234" cy="4351336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91853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bg>
      <p:bgPr>
        <a:solidFill>
          <a:srgbClr val="47C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10">
            <a:extLst>
              <a:ext uri="{FF2B5EF4-FFF2-40B4-BE49-F238E27FC236}">
                <a16:creationId xmlns:a16="http://schemas.microsoft.com/office/drawing/2014/main" id="{2D74C97B-EEB6-A5A4-A1C8-78C27B5F4DB2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prstGeom prst="rect">
            <a:avLst/>
          </a:prstGeom>
          <a:solidFill>
            <a:srgbClr val="299CA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Forme libre : Forme 9">
            <a:extLst>
              <a:ext uri="{FF2B5EF4-FFF2-40B4-BE49-F238E27FC236}">
                <a16:creationId xmlns:a16="http://schemas.microsoft.com/office/drawing/2014/main" id="{F158292B-8BE6-3297-58B0-B17C56151B8B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192001"/>
              <a:gd name="f7" fmla="val 6884191"/>
              <a:gd name="f8" fmla="val 7540222"/>
              <a:gd name="f9" fmla="val 10260629"/>
              <a:gd name="f10" fmla="val 2725573"/>
              <a:gd name="f11" fmla="val 11286710"/>
              <a:gd name="f12" fmla="val 12192000"/>
              <a:gd name="f13" fmla="val 3632581"/>
              <a:gd name="f14" fmla="+- 0 0 -90"/>
              <a:gd name="f15" fmla="*/ f3 1 12192001"/>
              <a:gd name="f16" fmla="*/ f4 1 6884191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12192001"/>
              <a:gd name="f25" fmla="*/ f21 1 6884191"/>
              <a:gd name="f26" fmla="*/ 0 f22 1"/>
              <a:gd name="f27" fmla="*/ 0 f21 1"/>
              <a:gd name="f28" fmla="*/ 7540222 f22 1"/>
              <a:gd name="f29" fmla="*/ 10260629 f22 1"/>
              <a:gd name="f30" fmla="*/ 2725573 f21 1"/>
              <a:gd name="f31" fmla="*/ 11286710 f22 1"/>
              <a:gd name="f32" fmla="*/ 12192000 f22 1"/>
              <a:gd name="f33" fmla="*/ 3632581 f21 1"/>
              <a:gd name="f34" fmla="*/ 12192001 f22 1"/>
              <a:gd name="f35" fmla="*/ 6884191 f21 1"/>
              <a:gd name="f36" fmla="+- f23 0 f1"/>
              <a:gd name="f37" fmla="*/ f26 1 12192001"/>
              <a:gd name="f38" fmla="*/ f27 1 6884191"/>
              <a:gd name="f39" fmla="*/ f28 1 12192001"/>
              <a:gd name="f40" fmla="*/ f29 1 12192001"/>
              <a:gd name="f41" fmla="*/ f30 1 6884191"/>
              <a:gd name="f42" fmla="*/ f31 1 12192001"/>
              <a:gd name="f43" fmla="*/ f32 1 12192001"/>
              <a:gd name="f44" fmla="*/ f33 1 6884191"/>
              <a:gd name="f45" fmla="*/ f34 1 12192001"/>
              <a:gd name="f46" fmla="*/ f35 1 6884191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4"/>
              <a:gd name="f54" fmla="*/ f40 1 f24"/>
              <a:gd name="f55" fmla="*/ f41 1 f25"/>
              <a:gd name="f56" fmla="*/ f42 1 f24"/>
              <a:gd name="f57" fmla="*/ f43 1 f24"/>
              <a:gd name="f58" fmla="*/ f44 1 f25"/>
              <a:gd name="f59" fmla="*/ f45 1 f24"/>
              <a:gd name="f60" fmla="*/ f46 1 f25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5 1"/>
              <a:gd name="f68" fmla="*/ f54 f15 1"/>
              <a:gd name="f69" fmla="*/ f55 f16 1"/>
              <a:gd name="f70" fmla="*/ f56 f15 1"/>
              <a:gd name="f71" fmla="*/ f57 f15 1"/>
              <a:gd name="f72" fmla="*/ f58 f16 1"/>
              <a:gd name="f73" fmla="*/ f59 f15 1"/>
              <a:gd name="f74" fmla="*/ f6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7" y="f66"/>
              </a:cxn>
              <a:cxn ang="f36">
                <a:pos x="f68" y="f69"/>
              </a:cxn>
              <a:cxn ang="f36">
                <a:pos x="f70" y="f69"/>
              </a:cxn>
              <a:cxn ang="f36">
                <a:pos x="f71" y="f72"/>
              </a:cxn>
              <a:cxn ang="f36">
                <a:pos x="f73" y="f74"/>
              </a:cxn>
              <a:cxn ang="f36">
                <a:pos x="f65" y="f74"/>
              </a:cxn>
            </a:cxnLst>
            <a:rect l="f61" t="f64" r="f62" b="f63"/>
            <a:pathLst>
              <a:path w="12192001" h="6884191">
                <a:moveTo>
                  <a:pt x="f5" y="f5"/>
                </a:moveTo>
                <a:lnTo>
                  <a:pt x="f8" y="f5"/>
                </a:lnTo>
                <a:lnTo>
                  <a:pt x="f9" y="f10"/>
                </a:lnTo>
                <a:lnTo>
                  <a:pt x="f11" y="f10"/>
                </a:lnTo>
                <a:lnTo>
                  <a:pt x="f12" y="f13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47C3D3">
              <a:alpha val="7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rme libre : Forme 17">
            <a:extLst>
              <a:ext uri="{FF2B5EF4-FFF2-40B4-BE49-F238E27FC236}">
                <a16:creationId xmlns:a16="http://schemas.microsoft.com/office/drawing/2014/main" id="{27ACD4DB-E055-C475-5078-217055D4968A}"/>
              </a:ext>
            </a:extLst>
          </p:cNvPr>
          <p:cNvSpPr/>
          <p:nvPr/>
        </p:nvSpPr>
        <p:spPr>
          <a:xfrm rot="16199987" flipV="1">
            <a:off x="2964815" y="-2364446"/>
            <a:ext cx="6862745" cy="115916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62744"/>
              <a:gd name="f7" fmla="val 11591639"/>
              <a:gd name="f8" fmla="val 5240223"/>
              <a:gd name="f9" fmla="val 4145656"/>
              <a:gd name="f10" fmla="val 5240222"/>
              <a:gd name="f11" fmla="val 2519152"/>
              <a:gd name="f12" fmla="val 1367198"/>
              <a:gd name="f13" fmla="val 2775863"/>
              <a:gd name="f14" fmla="+- 0 0 -90"/>
              <a:gd name="f15" fmla="*/ f3 1 6862744"/>
              <a:gd name="f16" fmla="*/ f4 1 11591639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62744"/>
              <a:gd name="f25" fmla="*/ f21 1 11591639"/>
              <a:gd name="f26" fmla="*/ 6862744 f22 1"/>
              <a:gd name="f27" fmla="*/ 11591639 f21 1"/>
              <a:gd name="f28" fmla="*/ 5240223 f21 1"/>
              <a:gd name="f29" fmla="*/ 4145656 f22 1"/>
              <a:gd name="f30" fmla="*/ 5240222 f21 1"/>
              <a:gd name="f31" fmla="*/ 2519152 f21 1"/>
              <a:gd name="f32" fmla="*/ 1367198 f21 1"/>
              <a:gd name="f33" fmla="*/ 2775863 f22 1"/>
              <a:gd name="f34" fmla="*/ 0 f21 1"/>
              <a:gd name="f35" fmla="*/ 0 f22 1"/>
              <a:gd name="f36" fmla="+- f23 0 f1"/>
              <a:gd name="f37" fmla="*/ f26 1 6862744"/>
              <a:gd name="f38" fmla="*/ f27 1 11591639"/>
              <a:gd name="f39" fmla="*/ f28 1 11591639"/>
              <a:gd name="f40" fmla="*/ f29 1 6862744"/>
              <a:gd name="f41" fmla="*/ f30 1 11591639"/>
              <a:gd name="f42" fmla="*/ f31 1 11591639"/>
              <a:gd name="f43" fmla="*/ f32 1 11591639"/>
              <a:gd name="f44" fmla="*/ f33 1 6862744"/>
              <a:gd name="f45" fmla="*/ f34 1 11591639"/>
              <a:gd name="f46" fmla="*/ f35 1 6862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62744" h="11591639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2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Forme libre : Forme 11">
            <a:extLst>
              <a:ext uri="{FF2B5EF4-FFF2-40B4-BE49-F238E27FC236}">
                <a16:creationId xmlns:a16="http://schemas.microsoft.com/office/drawing/2014/main" id="{FE833251-13D3-E09A-10EA-A1FCDCAC0EE5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3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Forme libre : Forme 7">
            <a:extLst>
              <a:ext uri="{FF2B5EF4-FFF2-40B4-BE49-F238E27FC236}">
                <a16:creationId xmlns:a16="http://schemas.microsoft.com/office/drawing/2014/main" id="{86CB4F5D-762C-6CE4-5938-DFFA3061AAEE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>
              <a:alpha val="9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41B9A0A1-77EB-773A-CD3A-33A29DC7E5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498" y="542925"/>
            <a:ext cx="11214101" cy="535527"/>
          </a:xfrm>
        </p:spPr>
        <p:txBody>
          <a:bodyPr anchor="t">
            <a:spAutoFit/>
          </a:bodyPr>
          <a:lstStyle>
            <a:lvl1pPr>
              <a:defRPr sz="3200" b="1" spc="-7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grpSp>
        <p:nvGrpSpPr>
          <p:cNvPr id="8" name="Groupe 14">
            <a:extLst>
              <a:ext uri="{FF2B5EF4-FFF2-40B4-BE49-F238E27FC236}">
                <a16:creationId xmlns:a16="http://schemas.microsoft.com/office/drawing/2014/main" id="{BB17D86C-4DBE-8FE3-9D6F-F1A6E2300577}"/>
              </a:ext>
            </a:extLst>
          </p:cNvPr>
          <p:cNvGrpSpPr/>
          <p:nvPr/>
        </p:nvGrpSpPr>
        <p:grpSpPr>
          <a:xfrm>
            <a:off x="444503" y="-267763"/>
            <a:ext cx="645306" cy="535527"/>
            <a:chOff x="444503" y="-267763"/>
            <a:chExt cx="645306" cy="535527"/>
          </a:xfrm>
        </p:grpSpPr>
        <p:sp>
          <p:nvSpPr>
            <p:cNvPr id="9" name="Forme libre : Forme 15">
              <a:extLst>
                <a:ext uri="{FF2B5EF4-FFF2-40B4-BE49-F238E27FC236}">
                  <a16:creationId xmlns:a16="http://schemas.microsoft.com/office/drawing/2014/main" id="{00039F27-5DAB-7B12-41EB-61BCD6ECC273}"/>
                </a:ext>
              </a:extLst>
            </p:cNvPr>
            <p:cNvSpPr/>
            <p:nvPr/>
          </p:nvSpPr>
          <p:spPr>
            <a:xfrm rot="18900010">
              <a:off x="554282" y="-267763"/>
              <a:ext cx="535527" cy="5355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0" name="Forme libre : Forme 16">
              <a:extLst>
                <a:ext uri="{FF2B5EF4-FFF2-40B4-BE49-F238E27FC236}">
                  <a16:creationId xmlns:a16="http://schemas.microsoft.com/office/drawing/2014/main" id="{2DDE419E-7382-A227-CD0B-80E7F6A76B32}"/>
                </a:ext>
              </a:extLst>
            </p:cNvPr>
            <p:cNvSpPr/>
            <p:nvPr/>
          </p:nvSpPr>
          <p:spPr>
            <a:xfrm rot="2699990" flipH="1">
              <a:off x="444503" y="-258941"/>
              <a:ext cx="517870" cy="517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blipFill>
              <a:blip r:embed="rId4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1" name="Groupe 5">
            <a:extLst>
              <a:ext uri="{FF2B5EF4-FFF2-40B4-BE49-F238E27FC236}">
                <a16:creationId xmlns:a16="http://schemas.microsoft.com/office/drawing/2014/main" id="{25DEDAAE-3346-6FFA-6299-FF22F56234E1}"/>
              </a:ext>
            </a:extLst>
          </p:cNvPr>
          <p:cNvGrpSpPr/>
          <p:nvPr/>
        </p:nvGrpSpPr>
        <p:grpSpPr>
          <a:xfrm>
            <a:off x="0" y="1357408"/>
            <a:ext cx="12191996" cy="4846320"/>
            <a:chOff x="0" y="1357408"/>
            <a:chExt cx="12191996" cy="4846320"/>
          </a:xfrm>
        </p:grpSpPr>
        <p:sp>
          <p:nvSpPr>
            <p:cNvPr id="12" name="Rectangle : Coin rogné 18">
              <a:extLst>
                <a:ext uri="{FF2B5EF4-FFF2-40B4-BE49-F238E27FC236}">
                  <a16:creationId xmlns:a16="http://schemas.microsoft.com/office/drawing/2014/main" id="{F8F8D00E-E4D1-63F0-35F6-137864307CD4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blipFill>
              <a:blip r:embed="rId5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" name="Rectangle : Coin rogné 2">
              <a:extLst>
                <a:ext uri="{FF2B5EF4-FFF2-40B4-BE49-F238E27FC236}">
                  <a16:creationId xmlns:a16="http://schemas.microsoft.com/office/drawing/2014/main" id="{E952045B-69AB-8EAC-2E78-C8FC7EA929B8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1967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1967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4" name="Forme libre : Forme 23">
            <a:extLst>
              <a:ext uri="{FF2B5EF4-FFF2-40B4-BE49-F238E27FC236}">
                <a16:creationId xmlns:a16="http://schemas.microsoft.com/office/drawing/2014/main" id="{57F3B488-C2FB-CE7F-EE57-AB9487E508BD}"/>
              </a:ext>
            </a:extLst>
          </p:cNvPr>
          <p:cNvSpPr/>
          <p:nvPr/>
        </p:nvSpPr>
        <p:spPr>
          <a:xfrm flipH="1">
            <a:off x="10782303" y="5448296"/>
            <a:ext cx="1409703" cy="14097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54341"/>
              <a:gd name="f7" fmla="+- 0 0 -90"/>
              <a:gd name="f8" fmla="*/ f3 1 754341"/>
              <a:gd name="f9" fmla="*/ f4 1 754341"/>
              <a:gd name="f10" fmla="val f5"/>
              <a:gd name="f11" fmla="val f6"/>
              <a:gd name="f12" fmla="*/ f7 f0 1"/>
              <a:gd name="f13" fmla="+- f11 0 f10"/>
              <a:gd name="f14" fmla="*/ f12 1 f2"/>
              <a:gd name="f15" fmla="*/ f13 1 754341"/>
              <a:gd name="f16" fmla="*/ 754341 f13 1"/>
              <a:gd name="f17" fmla="*/ 0 f13 1"/>
              <a:gd name="f18" fmla="+- f14 0 f1"/>
              <a:gd name="f19" fmla="*/ f16 1 754341"/>
              <a:gd name="f20" fmla="*/ f17 1 754341"/>
              <a:gd name="f21" fmla="*/ f10 1 f15"/>
              <a:gd name="f22" fmla="*/ f11 1 f15"/>
              <a:gd name="f23" fmla="*/ f19 1 f15"/>
              <a:gd name="f24" fmla="*/ f20 1 f15"/>
              <a:gd name="f25" fmla="*/ f21 f8 1"/>
              <a:gd name="f26" fmla="*/ f22 f8 1"/>
              <a:gd name="f27" fmla="*/ f22 f9 1"/>
              <a:gd name="f28" fmla="*/ f21 f9 1"/>
              <a:gd name="f29" fmla="*/ f23 f8 1"/>
              <a:gd name="f30" fmla="*/ f23 f9 1"/>
              <a:gd name="f31" fmla="*/ f24 f8 1"/>
              <a:gd name="f32" fmla="*/ f2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8">
                <a:pos x="f29" y="f30"/>
              </a:cxn>
              <a:cxn ang="f18">
                <a:pos x="f31" y="f30"/>
              </a:cxn>
              <a:cxn ang="f18">
                <a:pos x="f31" y="f32"/>
              </a:cxn>
            </a:cxnLst>
            <a:rect l="f25" t="f28" r="f26" b="f27"/>
            <a:pathLst>
              <a:path w="754341" h="754341">
                <a:moveTo>
                  <a:pt x="f6" y="f6"/>
                </a:move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blipFill>
            <a:blip r:embed="rId6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Espace réservé du numéro de diapositive 4">
            <a:extLst>
              <a:ext uri="{FF2B5EF4-FFF2-40B4-BE49-F238E27FC236}">
                <a16:creationId xmlns:a16="http://schemas.microsoft.com/office/drawing/2014/main" id="{091CFA4A-BF5F-9E02-58FC-9E57CFE68F2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252204" y="6315075"/>
            <a:ext cx="406395" cy="365129"/>
          </a:xfr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Trade Gothic LT Pro" pitchFamily="34"/>
              </a:defRPr>
            </a:lvl1pPr>
          </a:lstStyle>
          <a:p>
            <a:pPr lvl="0"/>
            <a:fld id="{B7A3BA3B-F38A-4143-A8AA-D5E20D7019F5}" type="slidenum">
              <a:t>‹N°›</a:t>
            </a:fld>
            <a:endParaRPr lang="fr-FR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3BE8893A-F860-83B9-7FC4-A412860ED34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4498" y="1681160"/>
            <a:ext cx="5157782" cy="823910"/>
          </a:xfrm>
        </p:spPr>
        <p:txBody>
          <a:bodyPr anchorCtr="1"/>
          <a:lstStyle>
            <a:lvl1pPr marL="0" indent="0" algn="ctr"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7" name="Espace réservé du texte 4">
            <a:extLst>
              <a:ext uri="{FF2B5EF4-FFF2-40B4-BE49-F238E27FC236}">
                <a16:creationId xmlns:a16="http://schemas.microsoft.com/office/drawing/2014/main" id="{C8894AD6-BA66-42EC-DD8E-AA5BF653AA3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500807" y="1681160"/>
            <a:ext cx="5157792" cy="823910"/>
          </a:xfrm>
        </p:spPr>
        <p:txBody>
          <a:bodyPr anchorCtr="1"/>
          <a:lstStyle>
            <a:lvl1pPr marL="0" indent="0" algn="ctr"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8" name="Espace réservé du contenu 3">
            <a:extLst>
              <a:ext uri="{FF2B5EF4-FFF2-40B4-BE49-F238E27FC236}">
                <a16:creationId xmlns:a16="http://schemas.microsoft.com/office/drawing/2014/main" id="{DF5A0FAE-E29A-C5DB-91A4-F40C8FEFE89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44498" y="2505071"/>
            <a:ext cx="5157782" cy="3684583"/>
          </a:xfrm>
        </p:spPr>
        <p:txBody>
          <a:bodyPr/>
          <a:lstStyle>
            <a:lvl1pPr>
              <a:defRPr sz="1800">
                <a:solidFill>
                  <a:srgbClr val="FFFFFF"/>
                </a:solidFill>
              </a:defRPr>
            </a:lvl1pPr>
            <a:lvl2pPr>
              <a:defRPr sz="1600">
                <a:solidFill>
                  <a:srgbClr val="FFFFFF"/>
                </a:solidFill>
              </a:defRPr>
            </a:lvl2pPr>
            <a:lvl3pPr>
              <a:defRPr sz="1400">
                <a:solidFill>
                  <a:srgbClr val="FFFFFF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du contenu 5">
            <a:extLst>
              <a:ext uri="{FF2B5EF4-FFF2-40B4-BE49-F238E27FC236}">
                <a16:creationId xmlns:a16="http://schemas.microsoft.com/office/drawing/2014/main" id="{C0EACB9A-92F7-872D-52DE-26EAB9E3CE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475415" y="2505071"/>
            <a:ext cx="5183184" cy="3684583"/>
          </a:xfrm>
        </p:spPr>
        <p:txBody>
          <a:bodyPr/>
          <a:lstStyle>
            <a:lvl1pPr>
              <a:defRPr sz="1800">
                <a:solidFill>
                  <a:srgbClr val="FFFFFF"/>
                </a:solidFill>
              </a:defRPr>
            </a:lvl1pPr>
            <a:lvl2pPr>
              <a:defRPr sz="1600">
                <a:solidFill>
                  <a:srgbClr val="FFFFFF"/>
                </a:solidFill>
              </a:defRPr>
            </a:lvl2pPr>
            <a:lvl3pPr>
              <a:defRPr sz="1400">
                <a:solidFill>
                  <a:srgbClr val="FFFFFF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01144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bg>
      <p:bgPr>
        <a:solidFill>
          <a:srgbClr val="47C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10">
            <a:extLst>
              <a:ext uri="{FF2B5EF4-FFF2-40B4-BE49-F238E27FC236}">
                <a16:creationId xmlns:a16="http://schemas.microsoft.com/office/drawing/2014/main" id="{2204A888-2F99-E1F5-2127-034D87A7A9BC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prstGeom prst="rect">
            <a:avLst/>
          </a:prstGeom>
          <a:solidFill>
            <a:srgbClr val="299CA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Forme libre : Forme 9">
            <a:extLst>
              <a:ext uri="{FF2B5EF4-FFF2-40B4-BE49-F238E27FC236}">
                <a16:creationId xmlns:a16="http://schemas.microsoft.com/office/drawing/2014/main" id="{C14CF9FE-FBEF-C735-C18B-B0B4F905D429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192001"/>
              <a:gd name="f7" fmla="val 6884191"/>
              <a:gd name="f8" fmla="val 7540222"/>
              <a:gd name="f9" fmla="val 10260629"/>
              <a:gd name="f10" fmla="val 2725573"/>
              <a:gd name="f11" fmla="val 11286710"/>
              <a:gd name="f12" fmla="val 12192000"/>
              <a:gd name="f13" fmla="val 3632581"/>
              <a:gd name="f14" fmla="+- 0 0 -90"/>
              <a:gd name="f15" fmla="*/ f3 1 12192001"/>
              <a:gd name="f16" fmla="*/ f4 1 6884191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12192001"/>
              <a:gd name="f25" fmla="*/ f21 1 6884191"/>
              <a:gd name="f26" fmla="*/ 0 f22 1"/>
              <a:gd name="f27" fmla="*/ 0 f21 1"/>
              <a:gd name="f28" fmla="*/ 7540222 f22 1"/>
              <a:gd name="f29" fmla="*/ 10260629 f22 1"/>
              <a:gd name="f30" fmla="*/ 2725573 f21 1"/>
              <a:gd name="f31" fmla="*/ 11286710 f22 1"/>
              <a:gd name="f32" fmla="*/ 12192000 f22 1"/>
              <a:gd name="f33" fmla="*/ 3632581 f21 1"/>
              <a:gd name="f34" fmla="*/ 12192001 f22 1"/>
              <a:gd name="f35" fmla="*/ 6884191 f21 1"/>
              <a:gd name="f36" fmla="+- f23 0 f1"/>
              <a:gd name="f37" fmla="*/ f26 1 12192001"/>
              <a:gd name="f38" fmla="*/ f27 1 6884191"/>
              <a:gd name="f39" fmla="*/ f28 1 12192001"/>
              <a:gd name="f40" fmla="*/ f29 1 12192001"/>
              <a:gd name="f41" fmla="*/ f30 1 6884191"/>
              <a:gd name="f42" fmla="*/ f31 1 12192001"/>
              <a:gd name="f43" fmla="*/ f32 1 12192001"/>
              <a:gd name="f44" fmla="*/ f33 1 6884191"/>
              <a:gd name="f45" fmla="*/ f34 1 12192001"/>
              <a:gd name="f46" fmla="*/ f35 1 6884191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4"/>
              <a:gd name="f54" fmla="*/ f40 1 f24"/>
              <a:gd name="f55" fmla="*/ f41 1 f25"/>
              <a:gd name="f56" fmla="*/ f42 1 f24"/>
              <a:gd name="f57" fmla="*/ f43 1 f24"/>
              <a:gd name="f58" fmla="*/ f44 1 f25"/>
              <a:gd name="f59" fmla="*/ f45 1 f24"/>
              <a:gd name="f60" fmla="*/ f46 1 f25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5 1"/>
              <a:gd name="f68" fmla="*/ f54 f15 1"/>
              <a:gd name="f69" fmla="*/ f55 f16 1"/>
              <a:gd name="f70" fmla="*/ f56 f15 1"/>
              <a:gd name="f71" fmla="*/ f57 f15 1"/>
              <a:gd name="f72" fmla="*/ f58 f16 1"/>
              <a:gd name="f73" fmla="*/ f59 f15 1"/>
              <a:gd name="f74" fmla="*/ f6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7" y="f66"/>
              </a:cxn>
              <a:cxn ang="f36">
                <a:pos x="f68" y="f69"/>
              </a:cxn>
              <a:cxn ang="f36">
                <a:pos x="f70" y="f69"/>
              </a:cxn>
              <a:cxn ang="f36">
                <a:pos x="f71" y="f72"/>
              </a:cxn>
              <a:cxn ang="f36">
                <a:pos x="f73" y="f74"/>
              </a:cxn>
              <a:cxn ang="f36">
                <a:pos x="f65" y="f74"/>
              </a:cxn>
            </a:cxnLst>
            <a:rect l="f61" t="f64" r="f62" b="f63"/>
            <a:pathLst>
              <a:path w="12192001" h="6884191">
                <a:moveTo>
                  <a:pt x="f5" y="f5"/>
                </a:moveTo>
                <a:lnTo>
                  <a:pt x="f8" y="f5"/>
                </a:lnTo>
                <a:lnTo>
                  <a:pt x="f9" y="f10"/>
                </a:lnTo>
                <a:lnTo>
                  <a:pt x="f11" y="f10"/>
                </a:lnTo>
                <a:lnTo>
                  <a:pt x="f12" y="f13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47C3D3">
              <a:alpha val="7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rme libre : Forme 17">
            <a:extLst>
              <a:ext uri="{FF2B5EF4-FFF2-40B4-BE49-F238E27FC236}">
                <a16:creationId xmlns:a16="http://schemas.microsoft.com/office/drawing/2014/main" id="{6927B17F-49B0-8179-8386-B3B3DF26E8A5}"/>
              </a:ext>
            </a:extLst>
          </p:cNvPr>
          <p:cNvSpPr/>
          <p:nvPr/>
        </p:nvSpPr>
        <p:spPr>
          <a:xfrm rot="16199987" flipV="1">
            <a:off x="2964815" y="-2364446"/>
            <a:ext cx="6862745" cy="115916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62744"/>
              <a:gd name="f7" fmla="val 11591639"/>
              <a:gd name="f8" fmla="val 5240223"/>
              <a:gd name="f9" fmla="val 4145656"/>
              <a:gd name="f10" fmla="val 5240222"/>
              <a:gd name="f11" fmla="val 2519152"/>
              <a:gd name="f12" fmla="val 1367198"/>
              <a:gd name="f13" fmla="val 2775863"/>
              <a:gd name="f14" fmla="+- 0 0 -90"/>
              <a:gd name="f15" fmla="*/ f3 1 6862744"/>
              <a:gd name="f16" fmla="*/ f4 1 11591639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62744"/>
              <a:gd name="f25" fmla="*/ f21 1 11591639"/>
              <a:gd name="f26" fmla="*/ 6862744 f22 1"/>
              <a:gd name="f27" fmla="*/ 11591639 f21 1"/>
              <a:gd name="f28" fmla="*/ 5240223 f21 1"/>
              <a:gd name="f29" fmla="*/ 4145656 f22 1"/>
              <a:gd name="f30" fmla="*/ 5240222 f21 1"/>
              <a:gd name="f31" fmla="*/ 2519152 f21 1"/>
              <a:gd name="f32" fmla="*/ 1367198 f21 1"/>
              <a:gd name="f33" fmla="*/ 2775863 f22 1"/>
              <a:gd name="f34" fmla="*/ 0 f21 1"/>
              <a:gd name="f35" fmla="*/ 0 f22 1"/>
              <a:gd name="f36" fmla="+- f23 0 f1"/>
              <a:gd name="f37" fmla="*/ f26 1 6862744"/>
              <a:gd name="f38" fmla="*/ f27 1 11591639"/>
              <a:gd name="f39" fmla="*/ f28 1 11591639"/>
              <a:gd name="f40" fmla="*/ f29 1 6862744"/>
              <a:gd name="f41" fmla="*/ f30 1 11591639"/>
              <a:gd name="f42" fmla="*/ f31 1 11591639"/>
              <a:gd name="f43" fmla="*/ f32 1 11591639"/>
              <a:gd name="f44" fmla="*/ f33 1 6862744"/>
              <a:gd name="f45" fmla="*/ f34 1 11591639"/>
              <a:gd name="f46" fmla="*/ f35 1 6862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62744" h="11591639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2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Forme libre : Forme 11">
            <a:extLst>
              <a:ext uri="{FF2B5EF4-FFF2-40B4-BE49-F238E27FC236}">
                <a16:creationId xmlns:a16="http://schemas.microsoft.com/office/drawing/2014/main" id="{8BCA4382-1F4F-4A65-5167-3AC5C1DFEB63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3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Forme libre : Forme 7">
            <a:extLst>
              <a:ext uri="{FF2B5EF4-FFF2-40B4-BE49-F238E27FC236}">
                <a16:creationId xmlns:a16="http://schemas.microsoft.com/office/drawing/2014/main" id="{A0FF0847-B888-E9FF-935D-9CC67320ACD3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>
              <a:alpha val="9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5511834B-9A78-E5BD-1CC0-9E9E0589A8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498" y="542925"/>
            <a:ext cx="11214101" cy="535527"/>
          </a:xfrm>
        </p:spPr>
        <p:txBody>
          <a:bodyPr anchor="t">
            <a:spAutoFit/>
          </a:bodyPr>
          <a:lstStyle>
            <a:lvl1pPr>
              <a:defRPr sz="3200" b="1" spc="-7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grpSp>
        <p:nvGrpSpPr>
          <p:cNvPr id="8" name="Groupe 14">
            <a:extLst>
              <a:ext uri="{FF2B5EF4-FFF2-40B4-BE49-F238E27FC236}">
                <a16:creationId xmlns:a16="http://schemas.microsoft.com/office/drawing/2014/main" id="{D8808631-238C-2358-7F06-2EA352CB3D47}"/>
              </a:ext>
            </a:extLst>
          </p:cNvPr>
          <p:cNvGrpSpPr/>
          <p:nvPr/>
        </p:nvGrpSpPr>
        <p:grpSpPr>
          <a:xfrm>
            <a:off x="444503" y="-267763"/>
            <a:ext cx="645306" cy="535527"/>
            <a:chOff x="444503" y="-267763"/>
            <a:chExt cx="645306" cy="535527"/>
          </a:xfrm>
        </p:grpSpPr>
        <p:sp>
          <p:nvSpPr>
            <p:cNvPr id="9" name="Forme libre : Forme 15">
              <a:extLst>
                <a:ext uri="{FF2B5EF4-FFF2-40B4-BE49-F238E27FC236}">
                  <a16:creationId xmlns:a16="http://schemas.microsoft.com/office/drawing/2014/main" id="{D7818A4F-2D9F-6A6A-3349-E6CA3A83EDEF}"/>
                </a:ext>
              </a:extLst>
            </p:cNvPr>
            <p:cNvSpPr/>
            <p:nvPr/>
          </p:nvSpPr>
          <p:spPr>
            <a:xfrm rot="18900010">
              <a:off x="554282" y="-267763"/>
              <a:ext cx="535527" cy="5355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0" name="Forme libre : Forme 16">
              <a:extLst>
                <a:ext uri="{FF2B5EF4-FFF2-40B4-BE49-F238E27FC236}">
                  <a16:creationId xmlns:a16="http://schemas.microsoft.com/office/drawing/2014/main" id="{0AD43243-C070-6081-E461-B4979763D67D}"/>
                </a:ext>
              </a:extLst>
            </p:cNvPr>
            <p:cNvSpPr/>
            <p:nvPr/>
          </p:nvSpPr>
          <p:spPr>
            <a:xfrm rot="2699990" flipH="1">
              <a:off x="444503" y="-258941"/>
              <a:ext cx="517870" cy="517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blipFill>
              <a:blip r:embed="rId4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1" name="Groupe 5">
            <a:extLst>
              <a:ext uri="{FF2B5EF4-FFF2-40B4-BE49-F238E27FC236}">
                <a16:creationId xmlns:a16="http://schemas.microsoft.com/office/drawing/2014/main" id="{DF9D1C07-3B62-1016-CE6C-1A0E682C5126}"/>
              </a:ext>
            </a:extLst>
          </p:cNvPr>
          <p:cNvGrpSpPr/>
          <p:nvPr/>
        </p:nvGrpSpPr>
        <p:grpSpPr>
          <a:xfrm>
            <a:off x="0" y="1357408"/>
            <a:ext cx="12191996" cy="4846320"/>
            <a:chOff x="0" y="1357408"/>
            <a:chExt cx="12191996" cy="4846320"/>
          </a:xfrm>
        </p:grpSpPr>
        <p:sp>
          <p:nvSpPr>
            <p:cNvPr id="12" name="Rectangle : Coin rogné 18">
              <a:extLst>
                <a:ext uri="{FF2B5EF4-FFF2-40B4-BE49-F238E27FC236}">
                  <a16:creationId xmlns:a16="http://schemas.microsoft.com/office/drawing/2014/main" id="{A088DA5D-83A8-6C49-159B-02A97D4BA180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blipFill>
              <a:blip r:embed="rId5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" name="Rectangle : Coin rogné 2">
              <a:extLst>
                <a:ext uri="{FF2B5EF4-FFF2-40B4-BE49-F238E27FC236}">
                  <a16:creationId xmlns:a16="http://schemas.microsoft.com/office/drawing/2014/main" id="{E37E78F1-BD68-56A8-9D65-C6635926FDC2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1967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1967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4" name="Forme libre : Forme 23">
            <a:extLst>
              <a:ext uri="{FF2B5EF4-FFF2-40B4-BE49-F238E27FC236}">
                <a16:creationId xmlns:a16="http://schemas.microsoft.com/office/drawing/2014/main" id="{FCF0FD4D-3D8F-F13B-AEE3-CF6DDE023247}"/>
              </a:ext>
            </a:extLst>
          </p:cNvPr>
          <p:cNvSpPr/>
          <p:nvPr/>
        </p:nvSpPr>
        <p:spPr>
          <a:xfrm flipH="1">
            <a:off x="10782303" y="5448296"/>
            <a:ext cx="1409703" cy="14097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54341"/>
              <a:gd name="f7" fmla="+- 0 0 -90"/>
              <a:gd name="f8" fmla="*/ f3 1 754341"/>
              <a:gd name="f9" fmla="*/ f4 1 754341"/>
              <a:gd name="f10" fmla="val f5"/>
              <a:gd name="f11" fmla="val f6"/>
              <a:gd name="f12" fmla="*/ f7 f0 1"/>
              <a:gd name="f13" fmla="+- f11 0 f10"/>
              <a:gd name="f14" fmla="*/ f12 1 f2"/>
              <a:gd name="f15" fmla="*/ f13 1 754341"/>
              <a:gd name="f16" fmla="*/ 754341 f13 1"/>
              <a:gd name="f17" fmla="*/ 0 f13 1"/>
              <a:gd name="f18" fmla="+- f14 0 f1"/>
              <a:gd name="f19" fmla="*/ f16 1 754341"/>
              <a:gd name="f20" fmla="*/ f17 1 754341"/>
              <a:gd name="f21" fmla="*/ f10 1 f15"/>
              <a:gd name="f22" fmla="*/ f11 1 f15"/>
              <a:gd name="f23" fmla="*/ f19 1 f15"/>
              <a:gd name="f24" fmla="*/ f20 1 f15"/>
              <a:gd name="f25" fmla="*/ f21 f8 1"/>
              <a:gd name="f26" fmla="*/ f22 f8 1"/>
              <a:gd name="f27" fmla="*/ f22 f9 1"/>
              <a:gd name="f28" fmla="*/ f21 f9 1"/>
              <a:gd name="f29" fmla="*/ f23 f8 1"/>
              <a:gd name="f30" fmla="*/ f23 f9 1"/>
              <a:gd name="f31" fmla="*/ f24 f8 1"/>
              <a:gd name="f32" fmla="*/ f2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8">
                <a:pos x="f29" y="f30"/>
              </a:cxn>
              <a:cxn ang="f18">
                <a:pos x="f31" y="f30"/>
              </a:cxn>
              <a:cxn ang="f18">
                <a:pos x="f31" y="f32"/>
              </a:cxn>
            </a:cxnLst>
            <a:rect l="f25" t="f28" r="f26" b="f27"/>
            <a:pathLst>
              <a:path w="754341" h="754341">
                <a:moveTo>
                  <a:pt x="f6" y="f6"/>
                </a:move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blipFill>
            <a:blip r:embed="rId6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Espace réservé du numéro de diapositive 4">
            <a:extLst>
              <a:ext uri="{FF2B5EF4-FFF2-40B4-BE49-F238E27FC236}">
                <a16:creationId xmlns:a16="http://schemas.microsoft.com/office/drawing/2014/main" id="{922A0A6A-4111-6CFC-6817-A339832FE33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252204" y="6315075"/>
            <a:ext cx="406395" cy="365129"/>
          </a:xfr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Trade Gothic LT Pro" pitchFamily="34"/>
              </a:defRPr>
            </a:lvl1pPr>
          </a:lstStyle>
          <a:p>
            <a:pPr lvl="0"/>
            <a:fld id="{798B6E85-9352-4398-84F5-0B6813CED360}" type="slidenum">
              <a:t>‹N°›</a:t>
            </a:fld>
            <a:endParaRPr lang="fr-FR"/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9ADBC929-FD46-E54A-0314-C9D395F66CC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43365" y="1517711"/>
            <a:ext cx="5184437" cy="4659252"/>
          </a:xfrm>
        </p:spPr>
        <p:txBody>
          <a:bodyPr/>
          <a:lstStyle>
            <a:lvl1pPr marL="457200" indent="-457200">
              <a:defRPr sz="2000">
                <a:solidFill>
                  <a:srgbClr val="FFFFFF"/>
                </a:solidFill>
              </a:defRPr>
            </a:lvl1pPr>
            <a:lvl2pPr marL="800100" indent="-342900">
              <a:defRPr sz="1800">
                <a:solidFill>
                  <a:srgbClr val="FFFFFF"/>
                </a:solidFill>
              </a:defRPr>
            </a:lvl2pPr>
            <a:lvl3pPr marL="1257300" indent="-342900">
              <a:defRPr sz="1600">
                <a:solidFill>
                  <a:srgbClr val="FFFFFF"/>
                </a:solidFill>
              </a:defRPr>
            </a:lvl3pPr>
            <a:lvl4pPr marL="1657350" indent="-285750">
              <a:defRPr sz="1400">
                <a:solidFill>
                  <a:srgbClr val="FFFFFF"/>
                </a:solidFill>
              </a:defRPr>
            </a:lvl4pPr>
            <a:lvl5pPr marL="2114549" indent="-28575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Espace réservé du contenu 3">
            <a:extLst>
              <a:ext uri="{FF2B5EF4-FFF2-40B4-BE49-F238E27FC236}">
                <a16:creationId xmlns:a16="http://schemas.microsoft.com/office/drawing/2014/main" id="{92B9CE61-1C54-0E3C-8BD3-BD0AABA0232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474162" y="1517711"/>
            <a:ext cx="5184437" cy="4659252"/>
          </a:xfrm>
        </p:spPr>
        <p:txBody>
          <a:bodyPr/>
          <a:lstStyle>
            <a:lvl1pPr>
              <a:defRPr sz="2000">
                <a:solidFill>
                  <a:srgbClr val="FFFFFF"/>
                </a:solidFill>
              </a:defRPr>
            </a:lvl1pPr>
            <a:lvl2pPr>
              <a:defRPr sz="1800">
                <a:solidFill>
                  <a:srgbClr val="FFFFFF"/>
                </a:solidFill>
              </a:defRPr>
            </a:lvl2pPr>
            <a:lvl3pPr>
              <a:defRPr sz="1600">
                <a:solidFill>
                  <a:srgbClr val="FFFFFF"/>
                </a:solidFill>
              </a:defRPr>
            </a:lvl3pPr>
            <a:lvl4pPr>
              <a:defRPr sz="1400">
                <a:solidFill>
                  <a:srgbClr val="FFFFFF"/>
                </a:solidFill>
              </a:defRPr>
            </a:lvl4pPr>
            <a:lvl5pPr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2884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tégorie 5">
    <p:bg>
      <p:bgPr>
        <a:solidFill>
          <a:srgbClr val="47C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10">
            <a:extLst>
              <a:ext uri="{FF2B5EF4-FFF2-40B4-BE49-F238E27FC236}">
                <a16:creationId xmlns:a16="http://schemas.microsoft.com/office/drawing/2014/main" id="{6F1EED9C-E688-9F4A-D633-C05AD9C5EE67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prstGeom prst="rect">
            <a:avLst/>
          </a:prstGeom>
          <a:solidFill>
            <a:srgbClr val="299CA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Forme libre : Forme 9">
            <a:extLst>
              <a:ext uri="{FF2B5EF4-FFF2-40B4-BE49-F238E27FC236}">
                <a16:creationId xmlns:a16="http://schemas.microsoft.com/office/drawing/2014/main" id="{76462A1B-EC09-EA7E-15C0-8972B2F6543D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192001"/>
              <a:gd name="f7" fmla="val 6884191"/>
              <a:gd name="f8" fmla="val 7540222"/>
              <a:gd name="f9" fmla="val 10260629"/>
              <a:gd name="f10" fmla="val 2725573"/>
              <a:gd name="f11" fmla="val 11286710"/>
              <a:gd name="f12" fmla="val 12192000"/>
              <a:gd name="f13" fmla="val 3632581"/>
              <a:gd name="f14" fmla="+- 0 0 -90"/>
              <a:gd name="f15" fmla="*/ f3 1 12192001"/>
              <a:gd name="f16" fmla="*/ f4 1 6884191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12192001"/>
              <a:gd name="f25" fmla="*/ f21 1 6884191"/>
              <a:gd name="f26" fmla="*/ 0 f22 1"/>
              <a:gd name="f27" fmla="*/ 0 f21 1"/>
              <a:gd name="f28" fmla="*/ 7540222 f22 1"/>
              <a:gd name="f29" fmla="*/ 10260629 f22 1"/>
              <a:gd name="f30" fmla="*/ 2725573 f21 1"/>
              <a:gd name="f31" fmla="*/ 11286710 f22 1"/>
              <a:gd name="f32" fmla="*/ 12192000 f22 1"/>
              <a:gd name="f33" fmla="*/ 3632581 f21 1"/>
              <a:gd name="f34" fmla="*/ 12192001 f22 1"/>
              <a:gd name="f35" fmla="*/ 6884191 f21 1"/>
              <a:gd name="f36" fmla="+- f23 0 f1"/>
              <a:gd name="f37" fmla="*/ f26 1 12192001"/>
              <a:gd name="f38" fmla="*/ f27 1 6884191"/>
              <a:gd name="f39" fmla="*/ f28 1 12192001"/>
              <a:gd name="f40" fmla="*/ f29 1 12192001"/>
              <a:gd name="f41" fmla="*/ f30 1 6884191"/>
              <a:gd name="f42" fmla="*/ f31 1 12192001"/>
              <a:gd name="f43" fmla="*/ f32 1 12192001"/>
              <a:gd name="f44" fmla="*/ f33 1 6884191"/>
              <a:gd name="f45" fmla="*/ f34 1 12192001"/>
              <a:gd name="f46" fmla="*/ f35 1 6884191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4"/>
              <a:gd name="f54" fmla="*/ f40 1 f24"/>
              <a:gd name="f55" fmla="*/ f41 1 f25"/>
              <a:gd name="f56" fmla="*/ f42 1 f24"/>
              <a:gd name="f57" fmla="*/ f43 1 f24"/>
              <a:gd name="f58" fmla="*/ f44 1 f25"/>
              <a:gd name="f59" fmla="*/ f45 1 f24"/>
              <a:gd name="f60" fmla="*/ f46 1 f25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5 1"/>
              <a:gd name="f68" fmla="*/ f54 f15 1"/>
              <a:gd name="f69" fmla="*/ f55 f16 1"/>
              <a:gd name="f70" fmla="*/ f56 f15 1"/>
              <a:gd name="f71" fmla="*/ f57 f15 1"/>
              <a:gd name="f72" fmla="*/ f58 f16 1"/>
              <a:gd name="f73" fmla="*/ f59 f15 1"/>
              <a:gd name="f74" fmla="*/ f6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7" y="f66"/>
              </a:cxn>
              <a:cxn ang="f36">
                <a:pos x="f68" y="f69"/>
              </a:cxn>
              <a:cxn ang="f36">
                <a:pos x="f70" y="f69"/>
              </a:cxn>
              <a:cxn ang="f36">
                <a:pos x="f71" y="f72"/>
              </a:cxn>
              <a:cxn ang="f36">
                <a:pos x="f73" y="f74"/>
              </a:cxn>
              <a:cxn ang="f36">
                <a:pos x="f65" y="f74"/>
              </a:cxn>
            </a:cxnLst>
            <a:rect l="f61" t="f64" r="f62" b="f63"/>
            <a:pathLst>
              <a:path w="12192001" h="6884191">
                <a:moveTo>
                  <a:pt x="f5" y="f5"/>
                </a:moveTo>
                <a:lnTo>
                  <a:pt x="f8" y="f5"/>
                </a:lnTo>
                <a:lnTo>
                  <a:pt x="f9" y="f10"/>
                </a:lnTo>
                <a:lnTo>
                  <a:pt x="f11" y="f10"/>
                </a:lnTo>
                <a:lnTo>
                  <a:pt x="f12" y="f13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47C3D3">
              <a:alpha val="7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rme libre : Forme 17">
            <a:extLst>
              <a:ext uri="{FF2B5EF4-FFF2-40B4-BE49-F238E27FC236}">
                <a16:creationId xmlns:a16="http://schemas.microsoft.com/office/drawing/2014/main" id="{C5933A8A-44D4-3513-D154-43285C6BE650}"/>
              </a:ext>
            </a:extLst>
          </p:cNvPr>
          <p:cNvSpPr/>
          <p:nvPr/>
        </p:nvSpPr>
        <p:spPr>
          <a:xfrm rot="16199987" flipV="1">
            <a:off x="2964815" y="-2364446"/>
            <a:ext cx="6862745" cy="115916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62744"/>
              <a:gd name="f7" fmla="val 11591639"/>
              <a:gd name="f8" fmla="val 5240223"/>
              <a:gd name="f9" fmla="val 4145656"/>
              <a:gd name="f10" fmla="val 5240222"/>
              <a:gd name="f11" fmla="val 2519152"/>
              <a:gd name="f12" fmla="val 1367198"/>
              <a:gd name="f13" fmla="val 2775863"/>
              <a:gd name="f14" fmla="+- 0 0 -90"/>
              <a:gd name="f15" fmla="*/ f3 1 6862744"/>
              <a:gd name="f16" fmla="*/ f4 1 11591639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62744"/>
              <a:gd name="f25" fmla="*/ f21 1 11591639"/>
              <a:gd name="f26" fmla="*/ 6862744 f22 1"/>
              <a:gd name="f27" fmla="*/ 11591639 f21 1"/>
              <a:gd name="f28" fmla="*/ 5240223 f21 1"/>
              <a:gd name="f29" fmla="*/ 4145656 f22 1"/>
              <a:gd name="f30" fmla="*/ 5240222 f21 1"/>
              <a:gd name="f31" fmla="*/ 2519152 f21 1"/>
              <a:gd name="f32" fmla="*/ 1367198 f21 1"/>
              <a:gd name="f33" fmla="*/ 2775863 f22 1"/>
              <a:gd name="f34" fmla="*/ 0 f21 1"/>
              <a:gd name="f35" fmla="*/ 0 f22 1"/>
              <a:gd name="f36" fmla="+- f23 0 f1"/>
              <a:gd name="f37" fmla="*/ f26 1 6862744"/>
              <a:gd name="f38" fmla="*/ f27 1 11591639"/>
              <a:gd name="f39" fmla="*/ f28 1 11591639"/>
              <a:gd name="f40" fmla="*/ f29 1 6862744"/>
              <a:gd name="f41" fmla="*/ f30 1 11591639"/>
              <a:gd name="f42" fmla="*/ f31 1 11591639"/>
              <a:gd name="f43" fmla="*/ f32 1 11591639"/>
              <a:gd name="f44" fmla="*/ f33 1 6862744"/>
              <a:gd name="f45" fmla="*/ f34 1 11591639"/>
              <a:gd name="f46" fmla="*/ f35 1 6862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62744" h="11591639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2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Forme libre : Forme 11">
            <a:extLst>
              <a:ext uri="{FF2B5EF4-FFF2-40B4-BE49-F238E27FC236}">
                <a16:creationId xmlns:a16="http://schemas.microsoft.com/office/drawing/2014/main" id="{D929B581-54C8-1C6C-8B01-411CE9327EF7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3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Forme libre : Forme 7">
            <a:extLst>
              <a:ext uri="{FF2B5EF4-FFF2-40B4-BE49-F238E27FC236}">
                <a16:creationId xmlns:a16="http://schemas.microsoft.com/office/drawing/2014/main" id="{86123F80-26B9-DD3B-D7EF-03039B4B734F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>
              <a:alpha val="9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E1EFF536-35B5-CF7A-5926-F3D40FF5C3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498" y="542925"/>
            <a:ext cx="11214101" cy="535527"/>
          </a:xfrm>
        </p:spPr>
        <p:txBody>
          <a:bodyPr anchor="t">
            <a:spAutoFit/>
          </a:bodyPr>
          <a:lstStyle>
            <a:lvl1pPr>
              <a:defRPr sz="3200" b="1" spc="-7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grpSp>
        <p:nvGrpSpPr>
          <p:cNvPr id="8" name="Groupe 14">
            <a:extLst>
              <a:ext uri="{FF2B5EF4-FFF2-40B4-BE49-F238E27FC236}">
                <a16:creationId xmlns:a16="http://schemas.microsoft.com/office/drawing/2014/main" id="{45D8019D-544B-3DB1-A36E-A5F2C4039F31}"/>
              </a:ext>
            </a:extLst>
          </p:cNvPr>
          <p:cNvGrpSpPr/>
          <p:nvPr/>
        </p:nvGrpSpPr>
        <p:grpSpPr>
          <a:xfrm>
            <a:off x="444503" y="-267763"/>
            <a:ext cx="645306" cy="535527"/>
            <a:chOff x="444503" y="-267763"/>
            <a:chExt cx="645306" cy="535527"/>
          </a:xfrm>
        </p:grpSpPr>
        <p:sp>
          <p:nvSpPr>
            <p:cNvPr id="9" name="Forme libre : Forme 15">
              <a:extLst>
                <a:ext uri="{FF2B5EF4-FFF2-40B4-BE49-F238E27FC236}">
                  <a16:creationId xmlns:a16="http://schemas.microsoft.com/office/drawing/2014/main" id="{8A863091-BDD6-81C3-5A4E-1939BF90D506}"/>
                </a:ext>
              </a:extLst>
            </p:cNvPr>
            <p:cNvSpPr/>
            <p:nvPr/>
          </p:nvSpPr>
          <p:spPr>
            <a:xfrm rot="18900010">
              <a:off x="554282" y="-267763"/>
              <a:ext cx="535527" cy="5355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0" name="Forme libre : Forme 16">
              <a:extLst>
                <a:ext uri="{FF2B5EF4-FFF2-40B4-BE49-F238E27FC236}">
                  <a16:creationId xmlns:a16="http://schemas.microsoft.com/office/drawing/2014/main" id="{49BAED3D-1D23-E034-9DAE-5E1995CC7E9A}"/>
                </a:ext>
              </a:extLst>
            </p:cNvPr>
            <p:cNvSpPr/>
            <p:nvPr/>
          </p:nvSpPr>
          <p:spPr>
            <a:xfrm rot="2699990" flipH="1">
              <a:off x="444503" y="-258941"/>
              <a:ext cx="517870" cy="517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blipFill>
              <a:blip r:embed="rId4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1" name="Groupe 5">
            <a:extLst>
              <a:ext uri="{FF2B5EF4-FFF2-40B4-BE49-F238E27FC236}">
                <a16:creationId xmlns:a16="http://schemas.microsoft.com/office/drawing/2014/main" id="{5774BE2A-26B4-A88E-542F-FBD5EA24A456}"/>
              </a:ext>
            </a:extLst>
          </p:cNvPr>
          <p:cNvGrpSpPr/>
          <p:nvPr/>
        </p:nvGrpSpPr>
        <p:grpSpPr>
          <a:xfrm>
            <a:off x="0" y="1357408"/>
            <a:ext cx="12191996" cy="4846320"/>
            <a:chOff x="0" y="1357408"/>
            <a:chExt cx="12191996" cy="4846320"/>
          </a:xfrm>
        </p:grpSpPr>
        <p:sp>
          <p:nvSpPr>
            <p:cNvPr id="12" name="Rectangle : Coin rogné 18">
              <a:extLst>
                <a:ext uri="{FF2B5EF4-FFF2-40B4-BE49-F238E27FC236}">
                  <a16:creationId xmlns:a16="http://schemas.microsoft.com/office/drawing/2014/main" id="{26FECB7A-7EF0-2F74-E341-B8639516D1FB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blipFill>
              <a:blip r:embed="rId5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" name="Rectangle : Coin rogné 2">
              <a:extLst>
                <a:ext uri="{FF2B5EF4-FFF2-40B4-BE49-F238E27FC236}">
                  <a16:creationId xmlns:a16="http://schemas.microsoft.com/office/drawing/2014/main" id="{63617ED3-9711-5E40-9281-781485739A63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1967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1967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4" name="Espace réservé d’image 8">
            <a:extLst>
              <a:ext uri="{FF2B5EF4-FFF2-40B4-BE49-F238E27FC236}">
                <a16:creationId xmlns:a16="http://schemas.microsoft.com/office/drawing/2014/main" id="{488A80C4-00C8-BA00-D419-8CE676C585AA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78215" y="2096719"/>
            <a:ext cx="1259503" cy="1259503"/>
          </a:xfrm>
          <a:blipFill>
            <a:blip r:embed="rId6"/>
            <a:tile/>
          </a:blipFill>
          <a:ln w="38103">
            <a:solidFill>
              <a:srgbClr val="47C3D3"/>
            </a:solidFill>
            <a:prstDash val="solid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Cliquez sur l'icône pour ajouter une image</a:t>
            </a:r>
          </a:p>
        </p:txBody>
      </p:sp>
      <p:sp>
        <p:nvSpPr>
          <p:cNvPr id="15" name="Espace réservé d’image 8">
            <a:extLst>
              <a:ext uri="{FF2B5EF4-FFF2-40B4-BE49-F238E27FC236}">
                <a16:creationId xmlns:a16="http://schemas.microsoft.com/office/drawing/2014/main" id="{FD8B90AD-F10F-A1D9-8F70-A828C194261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3222226" y="2096719"/>
            <a:ext cx="1259503" cy="1259503"/>
          </a:xfrm>
          <a:blipFill>
            <a:blip r:embed="rId6"/>
            <a:tile/>
          </a:blipFill>
          <a:ln w="38103">
            <a:solidFill>
              <a:srgbClr val="47C3D3"/>
            </a:solidFill>
            <a:prstDash val="solid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Cliquez sur l'icône pour ajouter une image</a:t>
            </a:r>
          </a:p>
        </p:txBody>
      </p:sp>
      <p:sp>
        <p:nvSpPr>
          <p:cNvPr id="16" name="Espace réservé d’image 8">
            <a:extLst>
              <a:ext uri="{FF2B5EF4-FFF2-40B4-BE49-F238E27FC236}">
                <a16:creationId xmlns:a16="http://schemas.microsoft.com/office/drawing/2014/main" id="{82EFB003-A404-071E-65CC-44033A4A4369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466246" y="2096719"/>
            <a:ext cx="1259503" cy="1259503"/>
          </a:xfrm>
          <a:blipFill>
            <a:blip r:embed="rId6"/>
            <a:tile/>
          </a:blipFill>
          <a:ln w="38103">
            <a:solidFill>
              <a:srgbClr val="47C3D3"/>
            </a:solidFill>
            <a:prstDash val="solid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Cliquez sur l'icône pour ajouter une image</a:t>
            </a:r>
          </a:p>
        </p:txBody>
      </p:sp>
      <p:sp>
        <p:nvSpPr>
          <p:cNvPr id="17" name="Espace réservé d’image 8">
            <a:extLst>
              <a:ext uri="{FF2B5EF4-FFF2-40B4-BE49-F238E27FC236}">
                <a16:creationId xmlns:a16="http://schemas.microsoft.com/office/drawing/2014/main" id="{C0E2152E-5A5E-4450-C8CC-415DCD8589C5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710266" y="2096719"/>
            <a:ext cx="1259503" cy="1259503"/>
          </a:xfrm>
          <a:blipFill>
            <a:blip r:embed="rId6"/>
            <a:tile/>
          </a:blipFill>
          <a:ln w="38103">
            <a:solidFill>
              <a:srgbClr val="47C3D3"/>
            </a:solidFill>
            <a:prstDash val="solid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Cliquez sur l'icône pour ajouter une image</a:t>
            </a:r>
          </a:p>
        </p:txBody>
      </p:sp>
      <p:sp>
        <p:nvSpPr>
          <p:cNvPr id="18" name="Espace réservé d’image 8">
            <a:extLst>
              <a:ext uri="{FF2B5EF4-FFF2-40B4-BE49-F238E27FC236}">
                <a16:creationId xmlns:a16="http://schemas.microsoft.com/office/drawing/2014/main" id="{59D91109-5AED-417C-E489-4C949CC43AE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954286" y="2096719"/>
            <a:ext cx="1259503" cy="1259503"/>
          </a:xfrm>
          <a:blipFill>
            <a:blip r:embed="rId6"/>
            <a:tile/>
          </a:blipFill>
          <a:ln w="38103">
            <a:solidFill>
              <a:srgbClr val="47C3D3"/>
            </a:solidFill>
            <a:prstDash val="solid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Cliquez sur l'icône pour ajouter une image</a:t>
            </a:r>
          </a:p>
        </p:txBody>
      </p:sp>
      <p:sp>
        <p:nvSpPr>
          <p:cNvPr id="19" name="Espace réservé du texte 22">
            <a:extLst>
              <a:ext uri="{FF2B5EF4-FFF2-40B4-BE49-F238E27FC236}">
                <a16:creationId xmlns:a16="http://schemas.microsoft.com/office/drawing/2014/main" id="{D7F14179-ACEA-DA03-A594-4B3F7560E96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19897" y="4240091"/>
            <a:ext cx="1776139" cy="1463040"/>
          </a:xfrm>
        </p:spPr>
        <p:txBody>
          <a:bodyPr lIns="0" tIns="0" rIns="0" bIns="0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  <a:cs typeface="Arial" pitchFamily="34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0" name="Espace réservé du texte 22">
            <a:extLst>
              <a:ext uri="{FF2B5EF4-FFF2-40B4-BE49-F238E27FC236}">
                <a16:creationId xmlns:a16="http://schemas.microsoft.com/office/drawing/2014/main" id="{996BF7A3-5876-9C31-C244-370B309CD55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963908" y="4240091"/>
            <a:ext cx="1776139" cy="1463040"/>
          </a:xfrm>
        </p:spPr>
        <p:txBody>
          <a:bodyPr lIns="0" tIns="0" rIns="0" bIns="0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  <a:cs typeface="Arial" pitchFamily="34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1" name="Espace réservé du texte 22">
            <a:extLst>
              <a:ext uri="{FF2B5EF4-FFF2-40B4-BE49-F238E27FC236}">
                <a16:creationId xmlns:a16="http://schemas.microsoft.com/office/drawing/2014/main" id="{773730AD-28A9-6426-89E8-FD01C5B4533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207928" y="4240091"/>
            <a:ext cx="1776139" cy="1463040"/>
          </a:xfrm>
        </p:spPr>
        <p:txBody>
          <a:bodyPr lIns="0" tIns="0" rIns="0" bIns="0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  <a:cs typeface="Arial" pitchFamily="34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2" name="Espace réservé du texte 22">
            <a:extLst>
              <a:ext uri="{FF2B5EF4-FFF2-40B4-BE49-F238E27FC236}">
                <a16:creationId xmlns:a16="http://schemas.microsoft.com/office/drawing/2014/main" id="{D0112B0B-1D51-F75F-7B37-6BA989AD141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451948" y="4240091"/>
            <a:ext cx="1776139" cy="1463040"/>
          </a:xfrm>
        </p:spPr>
        <p:txBody>
          <a:bodyPr lIns="0" tIns="0" rIns="0" bIns="0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  <a:cs typeface="Arial" pitchFamily="34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6E8C743-7B92-FED1-C129-F13B7D6976C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695968" y="4240091"/>
            <a:ext cx="1776139" cy="1463040"/>
          </a:xfrm>
        </p:spPr>
        <p:txBody>
          <a:bodyPr lIns="0" tIns="0" rIns="0" bIns="0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  <a:cs typeface="Arial" pitchFamily="34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cxnSp>
        <p:nvCxnSpPr>
          <p:cNvPr id="24" name="Connecteur droit 6">
            <a:extLst>
              <a:ext uri="{FF2B5EF4-FFF2-40B4-BE49-F238E27FC236}">
                <a16:creationId xmlns:a16="http://schemas.microsoft.com/office/drawing/2014/main" id="{F42FEE38-7D14-C23A-5CF8-D813FD738E5E}"/>
              </a:ext>
            </a:extLst>
          </p:cNvPr>
          <p:cNvCxnSpPr/>
          <p:nvPr/>
        </p:nvCxnSpPr>
        <p:spPr>
          <a:xfrm>
            <a:off x="1242349" y="3825017"/>
            <a:ext cx="731227" cy="0"/>
          </a:xfrm>
          <a:prstGeom prst="straightConnector1">
            <a:avLst/>
          </a:prstGeom>
          <a:noFill/>
          <a:ln w="38103" cap="rnd">
            <a:solidFill>
              <a:srgbClr val="47C3D3"/>
            </a:solidFill>
            <a:prstDash val="solid"/>
            <a:miter/>
          </a:ln>
        </p:spPr>
      </p:cxnSp>
      <p:cxnSp>
        <p:nvCxnSpPr>
          <p:cNvPr id="25" name="Connecteur droit 30">
            <a:extLst>
              <a:ext uri="{FF2B5EF4-FFF2-40B4-BE49-F238E27FC236}">
                <a16:creationId xmlns:a16="http://schemas.microsoft.com/office/drawing/2014/main" id="{F41A442F-1ADF-03F2-D637-4BBCB61DAD0B}"/>
              </a:ext>
            </a:extLst>
          </p:cNvPr>
          <p:cNvCxnSpPr/>
          <p:nvPr/>
        </p:nvCxnSpPr>
        <p:spPr>
          <a:xfrm>
            <a:off x="3486369" y="3825017"/>
            <a:ext cx="731227" cy="0"/>
          </a:xfrm>
          <a:prstGeom prst="straightConnector1">
            <a:avLst/>
          </a:prstGeom>
          <a:noFill/>
          <a:ln w="38103" cap="rnd">
            <a:solidFill>
              <a:srgbClr val="47C3D3"/>
            </a:solidFill>
            <a:prstDash val="solid"/>
            <a:miter/>
          </a:ln>
        </p:spPr>
      </p:cxnSp>
      <p:cxnSp>
        <p:nvCxnSpPr>
          <p:cNvPr id="26" name="Connecteur droit 31">
            <a:extLst>
              <a:ext uri="{FF2B5EF4-FFF2-40B4-BE49-F238E27FC236}">
                <a16:creationId xmlns:a16="http://schemas.microsoft.com/office/drawing/2014/main" id="{12207844-52CE-F8F0-EA57-0F4E6A625C9A}"/>
              </a:ext>
            </a:extLst>
          </p:cNvPr>
          <p:cNvCxnSpPr/>
          <p:nvPr/>
        </p:nvCxnSpPr>
        <p:spPr>
          <a:xfrm>
            <a:off x="5730389" y="3825017"/>
            <a:ext cx="731218" cy="0"/>
          </a:xfrm>
          <a:prstGeom prst="straightConnector1">
            <a:avLst/>
          </a:prstGeom>
          <a:noFill/>
          <a:ln w="38103" cap="rnd">
            <a:solidFill>
              <a:srgbClr val="47C3D3"/>
            </a:solidFill>
            <a:prstDash val="solid"/>
            <a:miter/>
          </a:ln>
        </p:spPr>
      </p:cxnSp>
      <p:cxnSp>
        <p:nvCxnSpPr>
          <p:cNvPr id="27" name="Connecteur droit 32">
            <a:extLst>
              <a:ext uri="{FF2B5EF4-FFF2-40B4-BE49-F238E27FC236}">
                <a16:creationId xmlns:a16="http://schemas.microsoft.com/office/drawing/2014/main" id="{21FAEF50-CE9B-8345-8E49-583E4D54646A}"/>
              </a:ext>
            </a:extLst>
          </p:cNvPr>
          <p:cNvCxnSpPr/>
          <p:nvPr/>
        </p:nvCxnSpPr>
        <p:spPr>
          <a:xfrm>
            <a:off x="7974409" y="3825017"/>
            <a:ext cx="731218" cy="0"/>
          </a:xfrm>
          <a:prstGeom prst="straightConnector1">
            <a:avLst/>
          </a:prstGeom>
          <a:noFill/>
          <a:ln w="38103" cap="rnd">
            <a:solidFill>
              <a:srgbClr val="47C3D3"/>
            </a:solidFill>
            <a:prstDash val="solid"/>
            <a:miter/>
          </a:ln>
        </p:spPr>
      </p:cxnSp>
      <p:cxnSp>
        <p:nvCxnSpPr>
          <p:cNvPr id="28" name="Connecteur droit 33">
            <a:extLst>
              <a:ext uri="{FF2B5EF4-FFF2-40B4-BE49-F238E27FC236}">
                <a16:creationId xmlns:a16="http://schemas.microsoft.com/office/drawing/2014/main" id="{DD2DBE87-9F3F-E537-14D4-6529BD1A39A4}"/>
              </a:ext>
            </a:extLst>
          </p:cNvPr>
          <p:cNvCxnSpPr/>
          <p:nvPr/>
        </p:nvCxnSpPr>
        <p:spPr>
          <a:xfrm>
            <a:off x="10218429" y="3825017"/>
            <a:ext cx="731218" cy="0"/>
          </a:xfrm>
          <a:prstGeom prst="straightConnector1">
            <a:avLst/>
          </a:prstGeom>
          <a:noFill/>
          <a:ln w="38103" cap="rnd">
            <a:solidFill>
              <a:srgbClr val="47C3D3"/>
            </a:solidFill>
            <a:prstDash val="solid"/>
            <a:miter/>
          </a:ln>
        </p:spPr>
      </p:cxnSp>
      <p:sp>
        <p:nvSpPr>
          <p:cNvPr id="29" name="Forme libre : Forme 34">
            <a:extLst>
              <a:ext uri="{FF2B5EF4-FFF2-40B4-BE49-F238E27FC236}">
                <a16:creationId xmlns:a16="http://schemas.microsoft.com/office/drawing/2014/main" id="{0F1558A2-D3B8-A137-345E-5A5B38E1BC7F}"/>
              </a:ext>
            </a:extLst>
          </p:cNvPr>
          <p:cNvSpPr/>
          <p:nvPr/>
        </p:nvSpPr>
        <p:spPr>
          <a:xfrm flipH="1">
            <a:off x="10782303" y="5448296"/>
            <a:ext cx="1409703" cy="14097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54341"/>
              <a:gd name="f7" fmla="+- 0 0 -90"/>
              <a:gd name="f8" fmla="*/ f3 1 754341"/>
              <a:gd name="f9" fmla="*/ f4 1 754341"/>
              <a:gd name="f10" fmla="val f5"/>
              <a:gd name="f11" fmla="val f6"/>
              <a:gd name="f12" fmla="*/ f7 f0 1"/>
              <a:gd name="f13" fmla="+- f11 0 f10"/>
              <a:gd name="f14" fmla="*/ f12 1 f2"/>
              <a:gd name="f15" fmla="*/ f13 1 754341"/>
              <a:gd name="f16" fmla="*/ 754341 f13 1"/>
              <a:gd name="f17" fmla="*/ 0 f13 1"/>
              <a:gd name="f18" fmla="+- f14 0 f1"/>
              <a:gd name="f19" fmla="*/ f16 1 754341"/>
              <a:gd name="f20" fmla="*/ f17 1 754341"/>
              <a:gd name="f21" fmla="*/ f10 1 f15"/>
              <a:gd name="f22" fmla="*/ f11 1 f15"/>
              <a:gd name="f23" fmla="*/ f19 1 f15"/>
              <a:gd name="f24" fmla="*/ f20 1 f15"/>
              <a:gd name="f25" fmla="*/ f21 f8 1"/>
              <a:gd name="f26" fmla="*/ f22 f8 1"/>
              <a:gd name="f27" fmla="*/ f22 f9 1"/>
              <a:gd name="f28" fmla="*/ f21 f9 1"/>
              <a:gd name="f29" fmla="*/ f23 f8 1"/>
              <a:gd name="f30" fmla="*/ f23 f9 1"/>
              <a:gd name="f31" fmla="*/ f24 f8 1"/>
              <a:gd name="f32" fmla="*/ f2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8">
                <a:pos x="f29" y="f30"/>
              </a:cxn>
              <a:cxn ang="f18">
                <a:pos x="f31" y="f30"/>
              </a:cxn>
              <a:cxn ang="f18">
                <a:pos x="f31" y="f32"/>
              </a:cxn>
            </a:cxnLst>
            <a:rect l="f25" t="f28" r="f26" b="f27"/>
            <a:pathLst>
              <a:path w="754341" h="754341">
                <a:moveTo>
                  <a:pt x="f6" y="f6"/>
                </a:move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blipFill>
            <a:blip r:embed="rId7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" name="Espace réservé du numéro de diapositive 4">
            <a:extLst>
              <a:ext uri="{FF2B5EF4-FFF2-40B4-BE49-F238E27FC236}">
                <a16:creationId xmlns:a16="http://schemas.microsoft.com/office/drawing/2014/main" id="{613AB55B-A909-C10E-8A10-5D96A6CCF9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252204" y="6315075"/>
            <a:ext cx="406395" cy="365129"/>
          </a:xfr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Trade Gothic LT Pro" pitchFamily="34"/>
              </a:defRPr>
            </a:lvl1pPr>
          </a:lstStyle>
          <a:p>
            <a:pPr lvl="0"/>
            <a:fld id="{399FE0DA-DE1A-4B1C-A372-2470CFA679B0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078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ection 3">
    <p:bg>
      <p:bgPr>
        <a:solidFill>
          <a:srgbClr val="47C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10">
            <a:extLst>
              <a:ext uri="{FF2B5EF4-FFF2-40B4-BE49-F238E27FC236}">
                <a16:creationId xmlns:a16="http://schemas.microsoft.com/office/drawing/2014/main" id="{92CD3678-BA8C-E1B0-735E-52C4E70ADDF7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prstGeom prst="rect">
            <a:avLst/>
          </a:prstGeom>
          <a:solidFill>
            <a:srgbClr val="299CA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Forme libre : Forme 9">
            <a:extLst>
              <a:ext uri="{FF2B5EF4-FFF2-40B4-BE49-F238E27FC236}">
                <a16:creationId xmlns:a16="http://schemas.microsoft.com/office/drawing/2014/main" id="{E0868F1A-D176-FF3D-902C-232FB7AE74F4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192001"/>
              <a:gd name="f7" fmla="val 6884191"/>
              <a:gd name="f8" fmla="val 7540222"/>
              <a:gd name="f9" fmla="val 10260629"/>
              <a:gd name="f10" fmla="val 2725573"/>
              <a:gd name="f11" fmla="val 11286710"/>
              <a:gd name="f12" fmla="val 12192000"/>
              <a:gd name="f13" fmla="val 3632581"/>
              <a:gd name="f14" fmla="+- 0 0 -90"/>
              <a:gd name="f15" fmla="*/ f3 1 12192001"/>
              <a:gd name="f16" fmla="*/ f4 1 6884191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12192001"/>
              <a:gd name="f25" fmla="*/ f21 1 6884191"/>
              <a:gd name="f26" fmla="*/ 0 f22 1"/>
              <a:gd name="f27" fmla="*/ 0 f21 1"/>
              <a:gd name="f28" fmla="*/ 7540222 f22 1"/>
              <a:gd name="f29" fmla="*/ 10260629 f22 1"/>
              <a:gd name="f30" fmla="*/ 2725573 f21 1"/>
              <a:gd name="f31" fmla="*/ 11286710 f22 1"/>
              <a:gd name="f32" fmla="*/ 12192000 f22 1"/>
              <a:gd name="f33" fmla="*/ 3632581 f21 1"/>
              <a:gd name="f34" fmla="*/ 12192001 f22 1"/>
              <a:gd name="f35" fmla="*/ 6884191 f21 1"/>
              <a:gd name="f36" fmla="+- f23 0 f1"/>
              <a:gd name="f37" fmla="*/ f26 1 12192001"/>
              <a:gd name="f38" fmla="*/ f27 1 6884191"/>
              <a:gd name="f39" fmla="*/ f28 1 12192001"/>
              <a:gd name="f40" fmla="*/ f29 1 12192001"/>
              <a:gd name="f41" fmla="*/ f30 1 6884191"/>
              <a:gd name="f42" fmla="*/ f31 1 12192001"/>
              <a:gd name="f43" fmla="*/ f32 1 12192001"/>
              <a:gd name="f44" fmla="*/ f33 1 6884191"/>
              <a:gd name="f45" fmla="*/ f34 1 12192001"/>
              <a:gd name="f46" fmla="*/ f35 1 6884191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4"/>
              <a:gd name="f54" fmla="*/ f40 1 f24"/>
              <a:gd name="f55" fmla="*/ f41 1 f25"/>
              <a:gd name="f56" fmla="*/ f42 1 f24"/>
              <a:gd name="f57" fmla="*/ f43 1 f24"/>
              <a:gd name="f58" fmla="*/ f44 1 f25"/>
              <a:gd name="f59" fmla="*/ f45 1 f24"/>
              <a:gd name="f60" fmla="*/ f46 1 f25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5 1"/>
              <a:gd name="f68" fmla="*/ f54 f15 1"/>
              <a:gd name="f69" fmla="*/ f55 f16 1"/>
              <a:gd name="f70" fmla="*/ f56 f15 1"/>
              <a:gd name="f71" fmla="*/ f57 f15 1"/>
              <a:gd name="f72" fmla="*/ f58 f16 1"/>
              <a:gd name="f73" fmla="*/ f59 f15 1"/>
              <a:gd name="f74" fmla="*/ f6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7" y="f66"/>
              </a:cxn>
              <a:cxn ang="f36">
                <a:pos x="f68" y="f69"/>
              </a:cxn>
              <a:cxn ang="f36">
                <a:pos x="f70" y="f69"/>
              </a:cxn>
              <a:cxn ang="f36">
                <a:pos x="f71" y="f72"/>
              </a:cxn>
              <a:cxn ang="f36">
                <a:pos x="f73" y="f74"/>
              </a:cxn>
              <a:cxn ang="f36">
                <a:pos x="f65" y="f74"/>
              </a:cxn>
            </a:cxnLst>
            <a:rect l="f61" t="f64" r="f62" b="f63"/>
            <a:pathLst>
              <a:path w="12192001" h="6884191">
                <a:moveTo>
                  <a:pt x="f5" y="f5"/>
                </a:moveTo>
                <a:lnTo>
                  <a:pt x="f8" y="f5"/>
                </a:lnTo>
                <a:lnTo>
                  <a:pt x="f9" y="f10"/>
                </a:lnTo>
                <a:lnTo>
                  <a:pt x="f11" y="f10"/>
                </a:lnTo>
                <a:lnTo>
                  <a:pt x="f12" y="f13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47C3D3">
              <a:alpha val="7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rme libre : Forme 17">
            <a:extLst>
              <a:ext uri="{FF2B5EF4-FFF2-40B4-BE49-F238E27FC236}">
                <a16:creationId xmlns:a16="http://schemas.microsoft.com/office/drawing/2014/main" id="{77A00E9B-9414-2E8D-55D9-8C9D769EB5CF}"/>
              </a:ext>
            </a:extLst>
          </p:cNvPr>
          <p:cNvSpPr/>
          <p:nvPr/>
        </p:nvSpPr>
        <p:spPr>
          <a:xfrm rot="16199987" flipV="1">
            <a:off x="2964815" y="-2364446"/>
            <a:ext cx="6862745" cy="115916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62744"/>
              <a:gd name="f7" fmla="val 11591639"/>
              <a:gd name="f8" fmla="val 5240223"/>
              <a:gd name="f9" fmla="val 4145656"/>
              <a:gd name="f10" fmla="val 5240222"/>
              <a:gd name="f11" fmla="val 2519152"/>
              <a:gd name="f12" fmla="val 1367198"/>
              <a:gd name="f13" fmla="val 2775863"/>
              <a:gd name="f14" fmla="+- 0 0 -90"/>
              <a:gd name="f15" fmla="*/ f3 1 6862744"/>
              <a:gd name="f16" fmla="*/ f4 1 11591639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62744"/>
              <a:gd name="f25" fmla="*/ f21 1 11591639"/>
              <a:gd name="f26" fmla="*/ 6862744 f22 1"/>
              <a:gd name="f27" fmla="*/ 11591639 f21 1"/>
              <a:gd name="f28" fmla="*/ 5240223 f21 1"/>
              <a:gd name="f29" fmla="*/ 4145656 f22 1"/>
              <a:gd name="f30" fmla="*/ 5240222 f21 1"/>
              <a:gd name="f31" fmla="*/ 2519152 f21 1"/>
              <a:gd name="f32" fmla="*/ 1367198 f21 1"/>
              <a:gd name="f33" fmla="*/ 2775863 f22 1"/>
              <a:gd name="f34" fmla="*/ 0 f21 1"/>
              <a:gd name="f35" fmla="*/ 0 f22 1"/>
              <a:gd name="f36" fmla="+- f23 0 f1"/>
              <a:gd name="f37" fmla="*/ f26 1 6862744"/>
              <a:gd name="f38" fmla="*/ f27 1 11591639"/>
              <a:gd name="f39" fmla="*/ f28 1 11591639"/>
              <a:gd name="f40" fmla="*/ f29 1 6862744"/>
              <a:gd name="f41" fmla="*/ f30 1 11591639"/>
              <a:gd name="f42" fmla="*/ f31 1 11591639"/>
              <a:gd name="f43" fmla="*/ f32 1 11591639"/>
              <a:gd name="f44" fmla="*/ f33 1 6862744"/>
              <a:gd name="f45" fmla="*/ f34 1 11591639"/>
              <a:gd name="f46" fmla="*/ f35 1 6862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62744" h="11591639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2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Forme libre : Forme 11">
            <a:extLst>
              <a:ext uri="{FF2B5EF4-FFF2-40B4-BE49-F238E27FC236}">
                <a16:creationId xmlns:a16="http://schemas.microsoft.com/office/drawing/2014/main" id="{1356ABDF-21CA-51D7-F63E-A53AB58ECE48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3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Forme libre : Forme 7">
            <a:extLst>
              <a:ext uri="{FF2B5EF4-FFF2-40B4-BE49-F238E27FC236}">
                <a16:creationId xmlns:a16="http://schemas.microsoft.com/office/drawing/2014/main" id="{63F59BDA-BEB5-5868-B8AD-A2DF7B6995DA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>
              <a:alpha val="9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6428E515-699B-CD55-EBA6-D7A9679423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498" y="542925"/>
            <a:ext cx="11214101" cy="535527"/>
          </a:xfrm>
        </p:spPr>
        <p:txBody>
          <a:bodyPr anchor="t">
            <a:spAutoFit/>
          </a:bodyPr>
          <a:lstStyle>
            <a:lvl1pPr>
              <a:defRPr sz="3200" b="1" spc="-7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grpSp>
        <p:nvGrpSpPr>
          <p:cNvPr id="8" name="Groupe 14">
            <a:extLst>
              <a:ext uri="{FF2B5EF4-FFF2-40B4-BE49-F238E27FC236}">
                <a16:creationId xmlns:a16="http://schemas.microsoft.com/office/drawing/2014/main" id="{CBA40110-79BF-0EB3-3EB7-99952C5C6F80}"/>
              </a:ext>
            </a:extLst>
          </p:cNvPr>
          <p:cNvGrpSpPr/>
          <p:nvPr/>
        </p:nvGrpSpPr>
        <p:grpSpPr>
          <a:xfrm>
            <a:off x="444503" y="-267763"/>
            <a:ext cx="645306" cy="535527"/>
            <a:chOff x="444503" y="-267763"/>
            <a:chExt cx="645306" cy="535527"/>
          </a:xfrm>
        </p:grpSpPr>
        <p:sp>
          <p:nvSpPr>
            <p:cNvPr id="9" name="Forme libre : Forme 15">
              <a:extLst>
                <a:ext uri="{FF2B5EF4-FFF2-40B4-BE49-F238E27FC236}">
                  <a16:creationId xmlns:a16="http://schemas.microsoft.com/office/drawing/2014/main" id="{62A5AD9F-575A-86D7-3FE1-D32C1E8D4B26}"/>
                </a:ext>
              </a:extLst>
            </p:cNvPr>
            <p:cNvSpPr/>
            <p:nvPr/>
          </p:nvSpPr>
          <p:spPr>
            <a:xfrm rot="18900010">
              <a:off x="554282" y="-267763"/>
              <a:ext cx="535527" cy="5355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0" name="Forme libre : Forme 16">
              <a:extLst>
                <a:ext uri="{FF2B5EF4-FFF2-40B4-BE49-F238E27FC236}">
                  <a16:creationId xmlns:a16="http://schemas.microsoft.com/office/drawing/2014/main" id="{A2408BB5-5E9A-AC9A-AA09-523BFE1C3AD1}"/>
                </a:ext>
              </a:extLst>
            </p:cNvPr>
            <p:cNvSpPr/>
            <p:nvPr/>
          </p:nvSpPr>
          <p:spPr>
            <a:xfrm rot="2699990" flipH="1">
              <a:off x="444503" y="-258941"/>
              <a:ext cx="517870" cy="517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blipFill>
              <a:blip r:embed="rId4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1" name="Groupe 5">
            <a:extLst>
              <a:ext uri="{FF2B5EF4-FFF2-40B4-BE49-F238E27FC236}">
                <a16:creationId xmlns:a16="http://schemas.microsoft.com/office/drawing/2014/main" id="{4EC95359-2D56-D75E-D19A-E36B9F0B8766}"/>
              </a:ext>
            </a:extLst>
          </p:cNvPr>
          <p:cNvGrpSpPr/>
          <p:nvPr/>
        </p:nvGrpSpPr>
        <p:grpSpPr>
          <a:xfrm>
            <a:off x="0" y="1357408"/>
            <a:ext cx="12191996" cy="4846320"/>
            <a:chOff x="0" y="1357408"/>
            <a:chExt cx="12191996" cy="4846320"/>
          </a:xfrm>
        </p:grpSpPr>
        <p:sp>
          <p:nvSpPr>
            <p:cNvPr id="12" name="Rectangle : Coin rogné 18">
              <a:extLst>
                <a:ext uri="{FF2B5EF4-FFF2-40B4-BE49-F238E27FC236}">
                  <a16:creationId xmlns:a16="http://schemas.microsoft.com/office/drawing/2014/main" id="{A30EF4DE-1B1B-C863-EDDF-68E3F0C2FD41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blipFill>
              <a:blip r:embed="rId5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" name="Rectangle : Coin rogné 2">
              <a:extLst>
                <a:ext uri="{FF2B5EF4-FFF2-40B4-BE49-F238E27FC236}">
                  <a16:creationId xmlns:a16="http://schemas.microsoft.com/office/drawing/2014/main" id="{0E2A5842-7F4C-CFAD-2CB2-DAD14E75DC71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1967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1967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4" name="Espace réservé du texte 22">
            <a:extLst>
              <a:ext uri="{FF2B5EF4-FFF2-40B4-BE49-F238E27FC236}">
                <a16:creationId xmlns:a16="http://schemas.microsoft.com/office/drawing/2014/main" id="{3CAF3599-680B-2A86-8FAD-16E37CEC3F6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42092" y="4240091"/>
            <a:ext cx="3293303" cy="146304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  <a:cs typeface="Arial" pitchFamily="34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5" name="Forme libre : Forme 34">
            <a:extLst>
              <a:ext uri="{FF2B5EF4-FFF2-40B4-BE49-F238E27FC236}">
                <a16:creationId xmlns:a16="http://schemas.microsoft.com/office/drawing/2014/main" id="{C1756C7E-6DEA-B340-3426-C0ED703C207B}"/>
              </a:ext>
            </a:extLst>
          </p:cNvPr>
          <p:cNvSpPr/>
          <p:nvPr/>
        </p:nvSpPr>
        <p:spPr>
          <a:xfrm flipH="1">
            <a:off x="10782303" y="5448296"/>
            <a:ext cx="1409703" cy="14097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54341"/>
              <a:gd name="f7" fmla="+- 0 0 -90"/>
              <a:gd name="f8" fmla="*/ f3 1 754341"/>
              <a:gd name="f9" fmla="*/ f4 1 754341"/>
              <a:gd name="f10" fmla="val f5"/>
              <a:gd name="f11" fmla="val f6"/>
              <a:gd name="f12" fmla="*/ f7 f0 1"/>
              <a:gd name="f13" fmla="+- f11 0 f10"/>
              <a:gd name="f14" fmla="*/ f12 1 f2"/>
              <a:gd name="f15" fmla="*/ f13 1 754341"/>
              <a:gd name="f16" fmla="*/ 754341 f13 1"/>
              <a:gd name="f17" fmla="*/ 0 f13 1"/>
              <a:gd name="f18" fmla="+- f14 0 f1"/>
              <a:gd name="f19" fmla="*/ f16 1 754341"/>
              <a:gd name="f20" fmla="*/ f17 1 754341"/>
              <a:gd name="f21" fmla="*/ f10 1 f15"/>
              <a:gd name="f22" fmla="*/ f11 1 f15"/>
              <a:gd name="f23" fmla="*/ f19 1 f15"/>
              <a:gd name="f24" fmla="*/ f20 1 f15"/>
              <a:gd name="f25" fmla="*/ f21 f8 1"/>
              <a:gd name="f26" fmla="*/ f22 f8 1"/>
              <a:gd name="f27" fmla="*/ f22 f9 1"/>
              <a:gd name="f28" fmla="*/ f21 f9 1"/>
              <a:gd name="f29" fmla="*/ f23 f8 1"/>
              <a:gd name="f30" fmla="*/ f23 f9 1"/>
              <a:gd name="f31" fmla="*/ f24 f8 1"/>
              <a:gd name="f32" fmla="*/ f2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8">
                <a:pos x="f29" y="f30"/>
              </a:cxn>
              <a:cxn ang="f18">
                <a:pos x="f31" y="f30"/>
              </a:cxn>
              <a:cxn ang="f18">
                <a:pos x="f31" y="f32"/>
              </a:cxn>
            </a:cxnLst>
            <a:rect l="f25" t="f28" r="f26" b="f27"/>
            <a:pathLst>
              <a:path w="754341" h="754341">
                <a:moveTo>
                  <a:pt x="f6" y="f6"/>
                </a:move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blipFill>
            <a:blip r:embed="rId6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Espace réservé du numéro de diapositive 4">
            <a:extLst>
              <a:ext uri="{FF2B5EF4-FFF2-40B4-BE49-F238E27FC236}">
                <a16:creationId xmlns:a16="http://schemas.microsoft.com/office/drawing/2014/main" id="{D4E3DE50-2101-DE34-C949-1A9C03A4AE2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252204" y="6315075"/>
            <a:ext cx="406395" cy="365129"/>
          </a:xfr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Trade Gothic LT Pro" pitchFamily="34"/>
              </a:defRPr>
            </a:lvl1pPr>
          </a:lstStyle>
          <a:p>
            <a:pPr lvl="0"/>
            <a:fld id="{54CE0D28-C39D-4E90-8DA0-01AE5C293D9E}" type="slidenum">
              <a:t>‹N°›</a:t>
            </a:fld>
            <a:endParaRPr lang="fr-FR"/>
          </a:p>
        </p:txBody>
      </p:sp>
      <p:sp>
        <p:nvSpPr>
          <p:cNvPr id="17" name="Espace réservé d’image 12">
            <a:extLst>
              <a:ext uri="{FF2B5EF4-FFF2-40B4-BE49-F238E27FC236}">
                <a16:creationId xmlns:a16="http://schemas.microsoft.com/office/drawing/2014/main" id="{D8748B12-1F39-32BA-CB25-A88106210B7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1352571"/>
            <a:ext cx="12192006" cy="2289895"/>
          </a:xfrm>
        </p:spPr>
        <p:txBody>
          <a:bodyPr anchor="ctr" anchorCtr="1"/>
          <a:lstStyle>
            <a:lvl1pPr marL="0" indent="0" algn="ctr">
              <a:buNone/>
              <a:defRPr sz="1400">
                <a:solidFill>
                  <a:srgbClr val="47C3D3"/>
                </a:solidFill>
                <a:latin typeface="Trade Gothic LT Pro" pitchFamily="34"/>
              </a:defRPr>
            </a:lvl1pPr>
          </a:lstStyle>
          <a:p>
            <a:pPr lvl="0"/>
            <a:r>
              <a:rPr lang="fr-FR"/>
              <a:t>Insérer une image</a:t>
            </a:r>
          </a:p>
        </p:txBody>
      </p:sp>
      <p:sp>
        <p:nvSpPr>
          <p:cNvPr id="18" name="Espace réservé du texte 22">
            <a:extLst>
              <a:ext uri="{FF2B5EF4-FFF2-40B4-BE49-F238E27FC236}">
                <a16:creationId xmlns:a16="http://schemas.microsoft.com/office/drawing/2014/main" id="{BCE5780C-C773-BC45-134F-76E500F28DA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44166" y="4240091"/>
            <a:ext cx="3293303" cy="146304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  <a:cs typeface="Arial" pitchFamily="34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9" name="Espace réservé du texte 22">
            <a:extLst>
              <a:ext uri="{FF2B5EF4-FFF2-40B4-BE49-F238E27FC236}">
                <a16:creationId xmlns:a16="http://schemas.microsoft.com/office/drawing/2014/main" id="{91E0EDC7-F0E4-1599-0FFA-0956F32A7CB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46240" y="4240091"/>
            <a:ext cx="3293303" cy="146304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  <a:cs typeface="Arial" pitchFamily="34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067702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texte">
    <p:bg>
      <p:bgPr>
        <a:solidFill>
          <a:srgbClr val="47C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10">
            <a:extLst>
              <a:ext uri="{FF2B5EF4-FFF2-40B4-BE49-F238E27FC236}">
                <a16:creationId xmlns:a16="http://schemas.microsoft.com/office/drawing/2014/main" id="{4A06C4BC-F554-828F-32F9-C68CD697A90D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prstGeom prst="rect">
            <a:avLst/>
          </a:prstGeom>
          <a:solidFill>
            <a:srgbClr val="299CA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Forme libre : Forme 9">
            <a:extLst>
              <a:ext uri="{FF2B5EF4-FFF2-40B4-BE49-F238E27FC236}">
                <a16:creationId xmlns:a16="http://schemas.microsoft.com/office/drawing/2014/main" id="{3F3F08B1-5939-1B22-F95B-95EE778BA8B1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192001"/>
              <a:gd name="f7" fmla="val 6884191"/>
              <a:gd name="f8" fmla="val 7540222"/>
              <a:gd name="f9" fmla="val 10260629"/>
              <a:gd name="f10" fmla="val 2725573"/>
              <a:gd name="f11" fmla="val 11286710"/>
              <a:gd name="f12" fmla="val 12192000"/>
              <a:gd name="f13" fmla="val 3632581"/>
              <a:gd name="f14" fmla="+- 0 0 -90"/>
              <a:gd name="f15" fmla="*/ f3 1 12192001"/>
              <a:gd name="f16" fmla="*/ f4 1 6884191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12192001"/>
              <a:gd name="f25" fmla="*/ f21 1 6884191"/>
              <a:gd name="f26" fmla="*/ 0 f22 1"/>
              <a:gd name="f27" fmla="*/ 0 f21 1"/>
              <a:gd name="f28" fmla="*/ 7540222 f22 1"/>
              <a:gd name="f29" fmla="*/ 10260629 f22 1"/>
              <a:gd name="f30" fmla="*/ 2725573 f21 1"/>
              <a:gd name="f31" fmla="*/ 11286710 f22 1"/>
              <a:gd name="f32" fmla="*/ 12192000 f22 1"/>
              <a:gd name="f33" fmla="*/ 3632581 f21 1"/>
              <a:gd name="f34" fmla="*/ 12192001 f22 1"/>
              <a:gd name="f35" fmla="*/ 6884191 f21 1"/>
              <a:gd name="f36" fmla="+- f23 0 f1"/>
              <a:gd name="f37" fmla="*/ f26 1 12192001"/>
              <a:gd name="f38" fmla="*/ f27 1 6884191"/>
              <a:gd name="f39" fmla="*/ f28 1 12192001"/>
              <a:gd name="f40" fmla="*/ f29 1 12192001"/>
              <a:gd name="f41" fmla="*/ f30 1 6884191"/>
              <a:gd name="f42" fmla="*/ f31 1 12192001"/>
              <a:gd name="f43" fmla="*/ f32 1 12192001"/>
              <a:gd name="f44" fmla="*/ f33 1 6884191"/>
              <a:gd name="f45" fmla="*/ f34 1 12192001"/>
              <a:gd name="f46" fmla="*/ f35 1 6884191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4"/>
              <a:gd name="f54" fmla="*/ f40 1 f24"/>
              <a:gd name="f55" fmla="*/ f41 1 f25"/>
              <a:gd name="f56" fmla="*/ f42 1 f24"/>
              <a:gd name="f57" fmla="*/ f43 1 f24"/>
              <a:gd name="f58" fmla="*/ f44 1 f25"/>
              <a:gd name="f59" fmla="*/ f45 1 f24"/>
              <a:gd name="f60" fmla="*/ f46 1 f25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5 1"/>
              <a:gd name="f68" fmla="*/ f54 f15 1"/>
              <a:gd name="f69" fmla="*/ f55 f16 1"/>
              <a:gd name="f70" fmla="*/ f56 f15 1"/>
              <a:gd name="f71" fmla="*/ f57 f15 1"/>
              <a:gd name="f72" fmla="*/ f58 f16 1"/>
              <a:gd name="f73" fmla="*/ f59 f15 1"/>
              <a:gd name="f74" fmla="*/ f6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7" y="f66"/>
              </a:cxn>
              <a:cxn ang="f36">
                <a:pos x="f68" y="f69"/>
              </a:cxn>
              <a:cxn ang="f36">
                <a:pos x="f70" y="f69"/>
              </a:cxn>
              <a:cxn ang="f36">
                <a:pos x="f71" y="f72"/>
              </a:cxn>
              <a:cxn ang="f36">
                <a:pos x="f73" y="f74"/>
              </a:cxn>
              <a:cxn ang="f36">
                <a:pos x="f65" y="f74"/>
              </a:cxn>
            </a:cxnLst>
            <a:rect l="f61" t="f64" r="f62" b="f63"/>
            <a:pathLst>
              <a:path w="12192001" h="6884191">
                <a:moveTo>
                  <a:pt x="f5" y="f5"/>
                </a:moveTo>
                <a:lnTo>
                  <a:pt x="f8" y="f5"/>
                </a:lnTo>
                <a:lnTo>
                  <a:pt x="f9" y="f10"/>
                </a:lnTo>
                <a:lnTo>
                  <a:pt x="f11" y="f10"/>
                </a:lnTo>
                <a:lnTo>
                  <a:pt x="f12" y="f13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47C3D3">
              <a:alpha val="7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rme libre : Forme 17">
            <a:extLst>
              <a:ext uri="{FF2B5EF4-FFF2-40B4-BE49-F238E27FC236}">
                <a16:creationId xmlns:a16="http://schemas.microsoft.com/office/drawing/2014/main" id="{F0BE92B1-054E-29AE-1E96-9053538B68B3}"/>
              </a:ext>
            </a:extLst>
          </p:cNvPr>
          <p:cNvSpPr/>
          <p:nvPr/>
        </p:nvSpPr>
        <p:spPr>
          <a:xfrm rot="16199987" flipV="1">
            <a:off x="2964815" y="-2364446"/>
            <a:ext cx="6862745" cy="115916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62744"/>
              <a:gd name="f7" fmla="val 11591639"/>
              <a:gd name="f8" fmla="val 5240223"/>
              <a:gd name="f9" fmla="val 4145656"/>
              <a:gd name="f10" fmla="val 5240222"/>
              <a:gd name="f11" fmla="val 2519152"/>
              <a:gd name="f12" fmla="val 1367198"/>
              <a:gd name="f13" fmla="val 2775863"/>
              <a:gd name="f14" fmla="+- 0 0 -90"/>
              <a:gd name="f15" fmla="*/ f3 1 6862744"/>
              <a:gd name="f16" fmla="*/ f4 1 11591639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62744"/>
              <a:gd name="f25" fmla="*/ f21 1 11591639"/>
              <a:gd name="f26" fmla="*/ 6862744 f22 1"/>
              <a:gd name="f27" fmla="*/ 11591639 f21 1"/>
              <a:gd name="f28" fmla="*/ 5240223 f21 1"/>
              <a:gd name="f29" fmla="*/ 4145656 f22 1"/>
              <a:gd name="f30" fmla="*/ 5240222 f21 1"/>
              <a:gd name="f31" fmla="*/ 2519152 f21 1"/>
              <a:gd name="f32" fmla="*/ 1367198 f21 1"/>
              <a:gd name="f33" fmla="*/ 2775863 f22 1"/>
              <a:gd name="f34" fmla="*/ 0 f21 1"/>
              <a:gd name="f35" fmla="*/ 0 f22 1"/>
              <a:gd name="f36" fmla="+- f23 0 f1"/>
              <a:gd name="f37" fmla="*/ f26 1 6862744"/>
              <a:gd name="f38" fmla="*/ f27 1 11591639"/>
              <a:gd name="f39" fmla="*/ f28 1 11591639"/>
              <a:gd name="f40" fmla="*/ f29 1 6862744"/>
              <a:gd name="f41" fmla="*/ f30 1 11591639"/>
              <a:gd name="f42" fmla="*/ f31 1 11591639"/>
              <a:gd name="f43" fmla="*/ f32 1 11591639"/>
              <a:gd name="f44" fmla="*/ f33 1 6862744"/>
              <a:gd name="f45" fmla="*/ f34 1 11591639"/>
              <a:gd name="f46" fmla="*/ f35 1 6862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62744" h="11591639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2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Forme libre : Forme 11">
            <a:extLst>
              <a:ext uri="{FF2B5EF4-FFF2-40B4-BE49-F238E27FC236}">
                <a16:creationId xmlns:a16="http://schemas.microsoft.com/office/drawing/2014/main" id="{2D92B5D2-CE35-21A2-1036-2067EBACCA86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3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Forme libre : Forme 7">
            <a:extLst>
              <a:ext uri="{FF2B5EF4-FFF2-40B4-BE49-F238E27FC236}">
                <a16:creationId xmlns:a16="http://schemas.microsoft.com/office/drawing/2014/main" id="{7463272B-5D68-FCDD-E405-5DC2C3608E84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>
              <a:alpha val="9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32C54F7B-455A-8F0C-3233-D77DB21EEC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498" y="542925"/>
            <a:ext cx="11214101" cy="535527"/>
          </a:xfrm>
        </p:spPr>
        <p:txBody>
          <a:bodyPr anchor="t">
            <a:spAutoFit/>
          </a:bodyPr>
          <a:lstStyle>
            <a:lvl1pPr>
              <a:defRPr sz="3200" b="1" spc="-7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grpSp>
        <p:nvGrpSpPr>
          <p:cNvPr id="8" name="Groupe 14">
            <a:extLst>
              <a:ext uri="{FF2B5EF4-FFF2-40B4-BE49-F238E27FC236}">
                <a16:creationId xmlns:a16="http://schemas.microsoft.com/office/drawing/2014/main" id="{DD5022FA-C594-C7F6-1915-9AFC7C0BCAFA}"/>
              </a:ext>
            </a:extLst>
          </p:cNvPr>
          <p:cNvGrpSpPr/>
          <p:nvPr/>
        </p:nvGrpSpPr>
        <p:grpSpPr>
          <a:xfrm>
            <a:off x="444503" y="-267763"/>
            <a:ext cx="645306" cy="535527"/>
            <a:chOff x="444503" y="-267763"/>
            <a:chExt cx="645306" cy="535527"/>
          </a:xfrm>
        </p:grpSpPr>
        <p:sp>
          <p:nvSpPr>
            <p:cNvPr id="9" name="Forme libre : Forme 15">
              <a:extLst>
                <a:ext uri="{FF2B5EF4-FFF2-40B4-BE49-F238E27FC236}">
                  <a16:creationId xmlns:a16="http://schemas.microsoft.com/office/drawing/2014/main" id="{A821CE16-5264-F731-25D6-EE943BE1B1F8}"/>
                </a:ext>
              </a:extLst>
            </p:cNvPr>
            <p:cNvSpPr/>
            <p:nvPr/>
          </p:nvSpPr>
          <p:spPr>
            <a:xfrm rot="18900010">
              <a:off x="554282" y="-267763"/>
              <a:ext cx="535527" cy="5355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0" name="Forme libre : Forme 16">
              <a:extLst>
                <a:ext uri="{FF2B5EF4-FFF2-40B4-BE49-F238E27FC236}">
                  <a16:creationId xmlns:a16="http://schemas.microsoft.com/office/drawing/2014/main" id="{725E0794-F146-2E25-90F5-91D072237F84}"/>
                </a:ext>
              </a:extLst>
            </p:cNvPr>
            <p:cNvSpPr/>
            <p:nvPr/>
          </p:nvSpPr>
          <p:spPr>
            <a:xfrm rot="2699990" flipH="1">
              <a:off x="444503" y="-258941"/>
              <a:ext cx="517870" cy="517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blipFill>
              <a:blip r:embed="rId4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1" name="Groupe 5">
            <a:extLst>
              <a:ext uri="{FF2B5EF4-FFF2-40B4-BE49-F238E27FC236}">
                <a16:creationId xmlns:a16="http://schemas.microsoft.com/office/drawing/2014/main" id="{E64F93CF-6DFC-8863-DB4C-57C922DA59D0}"/>
              </a:ext>
            </a:extLst>
          </p:cNvPr>
          <p:cNvGrpSpPr/>
          <p:nvPr/>
        </p:nvGrpSpPr>
        <p:grpSpPr>
          <a:xfrm>
            <a:off x="0" y="1357408"/>
            <a:ext cx="12191996" cy="4846320"/>
            <a:chOff x="0" y="1357408"/>
            <a:chExt cx="12191996" cy="4846320"/>
          </a:xfrm>
        </p:grpSpPr>
        <p:sp>
          <p:nvSpPr>
            <p:cNvPr id="12" name="Rectangle : Coin rogné 18">
              <a:extLst>
                <a:ext uri="{FF2B5EF4-FFF2-40B4-BE49-F238E27FC236}">
                  <a16:creationId xmlns:a16="http://schemas.microsoft.com/office/drawing/2014/main" id="{D427DFF1-926A-2488-12F2-9B33C85547EC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blipFill>
              <a:blip r:embed="rId5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" name="Rectangle : Coin rogné 2">
              <a:extLst>
                <a:ext uri="{FF2B5EF4-FFF2-40B4-BE49-F238E27FC236}">
                  <a16:creationId xmlns:a16="http://schemas.microsoft.com/office/drawing/2014/main" id="{7B2BC62D-6505-5F32-9C00-6034EA4C0A9B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1967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1967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4" name="Espace réservé du texte 22">
            <a:extLst>
              <a:ext uri="{FF2B5EF4-FFF2-40B4-BE49-F238E27FC236}">
                <a16:creationId xmlns:a16="http://schemas.microsoft.com/office/drawing/2014/main" id="{AD205790-5A44-FF26-3BB8-61A1E697B29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42092" y="4240091"/>
            <a:ext cx="9402007" cy="146304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rgbClr val="FFFFFF"/>
                </a:solidFill>
                <a:cs typeface="Arial" pitchFamily="34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5" name="Forme libre : Forme 34">
            <a:extLst>
              <a:ext uri="{FF2B5EF4-FFF2-40B4-BE49-F238E27FC236}">
                <a16:creationId xmlns:a16="http://schemas.microsoft.com/office/drawing/2014/main" id="{8933E194-B4CA-2915-F2C2-FB4E5819AB38}"/>
              </a:ext>
            </a:extLst>
          </p:cNvPr>
          <p:cNvSpPr/>
          <p:nvPr/>
        </p:nvSpPr>
        <p:spPr>
          <a:xfrm flipH="1">
            <a:off x="10782303" y="5448296"/>
            <a:ext cx="1409703" cy="14097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54341"/>
              <a:gd name="f7" fmla="+- 0 0 -90"/>
              <a:gd name="f8" fmla="*/ f3 1 754341"/>
              <a:gd name="f9" fmla="*/ f4 1 754341"/>
              <a:gd name="f10" fmla="val f5"/>
              <a:gd name="f11" fmla="val f6"/>
              <a:gd name="f12" fmla="*/ f7 f0 1"/>
              <a:gd name="f13" fmla="+- f11 0 f10"/>
              <a:gd name="f14" fmla="*/ f12 1 f2"/>
              <a:gd name="f15" fmla="*/ f13 1 754341"/>
              <a:gd name="f16" fmla="*/ 754341 f13 1"/>
              <a:gd name="f17" fmla="*/ 0 f13 1"/>
              <a:gd name="f18" fmla="+- f14 0 f1"/>
              <a:gd name="f19" fmla="*/ f16 1 754341"/>
              <a:gd name="f20" fmla="*/ f17 1 754341"/>
              <a:gd name="f21" fmla="*/ f10 1 f15"/>
              <a:gd name="f22" fmla="*/ f11 1 f15"/>
              <a:gd name="f23" fmla="*/ f19 1 f15"/>
              <a:gd name="f24" fmla="*/ f20 1 f15"/>
              <a:gd name="f25" fmla="*/ f21 f8 1"/>
              <a:gd name="f26" fmla="*/ f22 f8 1"/>
              <a:gd name="f27" fmla="*/ f22 f9 1"/>
              <a:gd name="f28" fmla="*/ f21 f9 1"/>
              <a:gd name="f29" fmla="*/ f23 f8 1"/>
              <a:gd name="f30" fmla="*/ f23 f9 1"/>
              <a:gd name="f31" fmla="*/ f24 f8 1"/>
              <a:gd name="f32" fmla="*/ f2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8">
                <a:pos x="f29" y="f30"/>
              </a:cxn>
              <a:cxn ang="f18">
                <a:pos x="f31" y="f30"/>
              </a:cxn>
              <a:cxn ang="f18">
                <a:pos x="f31" y="f32"/>
              </a:cxn>
            </a:cxnLst>
            <a:rect l="f25" t="f28" r="f26" b="f27"/>
            <a:pathLst>
              <a:path w="754341" h="754341">
                <a:moveTo>
                  <a:pt x="f6" y="f6"/>
                </a:move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blipFill>
            <a:blip r:embed="rId6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Espace réservé du numéro de diapositive 4">
            <a:extLst>
              <a:ext uri="{FF2B5EF4-FFF2-40B4-BE49-F238E27FC236}">
                <a16:creationId xmlns:a16="http://schemas.microsoft.com/office/drawing/2014/main" id="{BE60A193-F6AD-DD47-3E1A-79D3106EFEC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252204" y="6315075"/>
            <a:ext cx="406395" cy="365129"/>
          </a:xfr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Trade Gothic LT Pro" pitchFamily="34"/>
              </a:defRPr>
            </a:lvl1pPr>
          </a:lstStyle>
          <a:p>
            <a:pPr lvl="0"/>
            <a:fld id="{CF221088-441C-48B7-9031-66A979242DCF}" type="slidenum">
              <a:t>‹N°›</a:t>
            </a:fld>
            <a:endParaRPr lang="fr-FR"/>
          </a:p>
        </p:txBody>
      </p:sp>
      <p:sp>
        <p:nvSpPr>
          <p:cNvPr id="17" name="Espace réservé d’image 12">
            <a:extLst>
              <a:ext uri="{FF2B5EF4-FFF2-40B4-BE49-F238E27FC236}">
                <a16:creationId xmlns:a16="http://schemas.microsoft.com/office/drawing/2014/main" id="{5A165F58-7CB5-0AEA-3625-02C0EFF9E9D2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1352571"/>
            <a:ext cx="12192006" cy="2289895"/>
          </a:xfrm>
        </p:spPr>
        <p:txBody>
          <a:bodyPr anchor="ctr" anchorCtr="1"/>
          <a:lstStyle>
            <a:lvl1pPr marL="0" indent="0" algn="ctr">
              <a:buNone/>
              <a:defRPr sz="1400">
                <a:solidFill>
                  <a:srgbClr val="47C3D3"/>
                </a:solidFill>
                <a:latin typeface="Trade Gothic LT Pro" pitchFamily="34"/>
              </a:defRPr>
            </a:lvl1pPr>
          </a:lstStyle>
          <a:p>
            <a:pPr lvl="0"/>
            <a:r>
              <a:rPr lang="fr-FR"/>
              <a:t>Insérer une image</a:t>
            </a:r>
          </a:p>
        </p:txBody>
      </p:sp>
    </p:spTree>
    <p:extLst>
      <p:ext uri="{BB962C8B-B14F-4D97-AF65-F5344CB8AC3E}">
        <p14:creationId xmlns:p14="http://schemas.microsoft.com/office/powerpoint/2010/main" val="2908930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vec légende">
    <p:bg>
      <p:bgPr>
        <a:solidFill>
          <a:srgbClr val="47C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10">
            <a:extLst>
              <a:ext uri="{FF2B5EF4-FFF2-40B4-BE49-F238E27FC236}">
                <a16:creationId xmlns:a16="http://schemas.microsoft.com/office/drawing/2014/main" id="{A9A2AEDA-F76D-14CB-7597-3BE6DB68060B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prstGeom prst="rect">
            <a:avLst/>
          </a:prstGeom>
          <a:solidFill>
            <a:srgbClr val="299CA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Forme libre : Forme 9">
            <a:extLst>
              <a:ext uri="{FF2B5EF4-FFF2-40B4-BE49-F238E27FC236}">
                <a16:creationId xmlns:a16="http://schemas.microsoft.com/office/drawing/2014/main" id="{3A061B3B-BF0B-DCD4-27C4-ADAED26414A7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192001"/>
              <a:gd name="f7" fmla="val 6884191"/>
              <a:gd name="f8" fmla="val 7540222"/>
              <a:gd name="f9" fmla="val 10260629"/>
              <a:gd name="f10" fmla="val 2725573"/>
              <a:gd name="f11" fmla="val 11286710"/>
              <a:gd name="f12" fmla="val 12192000"/>
              <a:gd name="f13" fmla="val 3632581"/>
              <a:gd name="f14" fmla="+- 0 0 -90"/>
              <a:gd name="f15" fmla="*/ f3 1 12192001"/>
              <a:gd name="f16" fmla="*/ f4 1 6884191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12192001"/>
              <a:gd name="f25" fmla="*/ f21 1 6884191"/>
              <a:gd name="f26" fmla="*/ 0 f22 1"/>
              <a:gd name="f27" fmla="*/ 0 f21 1"/>
              <a:gd name="f28" fmla="*/ 7540222 f22 1"/>
              <a:gd name="f29" fmla="*/ 10260629 f22 1"/>
              <a:gd name="f30" fmla="*/ 2725573 f21 1"/>
              <a:gd name="f31" fmla="*/ 11286710 f22 1"/>
              <a:gd name="f32" fmla="*/ 12192000 f22 1"/>
              <a:gd name="f33" fmla="*/ 3632581 f21 1"/>
              <a:gd name="f34" fmla="*/ 12192001 f22 1"/>
              <a:gd name="f35" fmla="*/ 6884191 f21 1"/>
              <a:gd name="f36" fmla="+- f23 0 f1"/>
              <a:gd name="f37" fmla="*/ f26 1 12192001"/>
              <a:gd name="f38" fmla="*/ f27 1 6884191"/>
              <a:gd name="f39" fmla="*/ f28 1 12192001"/>
              <a:gd name="f40" fmla="*/ f29 1 12192001"/>
              <a:gd name="f41" fmla="*/ f30 1 6884191"/>
              <a:gd name="f42" fmla="*/ f31 1 12192001"/>
              <a:gd name="f43" fmla="*/ f32 1 12192001"/>
              <a:gd name="f44" fmla="*/ f33 1 6884191"/>
              <a:gd name="f45" fmla="*/ f34 1 12192001"/>
              <a:gd name="f46" fmla="*/ f35 1 6884191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4"/>
              <a:gd name="f54" fmla="*/ f40 1 f24"/>
              <a:gd name="f55" fmla="*/ f41 1 f25"/>
              <a:gd name="f56" fmla="*/ f42 1 f24"/>
              <a:gd name="f57" fmla="*/ f43 1 f24"/>
              <a:gd name="f58" fmla="*/ f44 1 f25"/>
              <a:gd name="f59" fmla="*/ f45 1 f24"/>
              <a:gd name="f60" fmla="*/ f46 1 f25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5 1"/>
              <a:gd name="f68" fmla="*/ f54 f15 1"/>
              <a:gd name="f69" fmla="*/ f55 f16 1"/>
              <a:gd name="f70" fmla="*/ f56 f15 1"/>
              <a:gd name="f71" fmla="*/ f57 f15 1"/>
              <a:gd name="f72" fmla="*/ f58 f16 1"/>
              <a:gd name="f73" fmla="*/ f59 f15 1"/>
              <a:gd name="f74" fmla="*/ f6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7" y="f66"/>
              </a:cxn>
              <a:cxn ang="f36">
                <a:pos x="f68" y="f69"/>
              </a:cxn>
              <a:cxn ang="f36">
                <a:pos x="f70" y="f69"/>
              </a:cxn>
              <a:cxn ang="f36">
                <a:pos x="f71" y="f72"/>
              </a:cxn>
              <a:cxn ang="f36">
                <a:pos x="f73" y="f74"/>
              </a:cxn>
              <a:cxn ang="f36">
                <a:pos x="f65" y="f74"/>
              </a:cxn>
            </a:cxnLst>
            <a:rect l="f61" t="f64" r="f62" b="f63"/>
            <a:pathLst>
              <a:path w="12192001" h="6884191">
                <a:moveTo>
                  <a:pt x="f5" y="f5"/>
                </a:moveTo>
                <a:lnTo>
                  <a:pt x="f8" y="f5"/>
                </a:lnTo>
                <a:lnTo>
                  <a:pt x="f9" y="f10"/>
                </a:lnTo>
                <a:lnTo>
                  <a:pt x="f11" y="f10"/>
                </a:lnTo>
                <a:lnTo>
                  <a:pt x="f12" y="f13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47C3D3">
              <a:alpha val="7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rme libre : Forme 17">
            <a:extLst>
              <a:ext uri="{FF2B5EF4-FFF2-40B4-BE49-F238E27FC236}">
                <a16:creationId xmlns:a16="http://schemas.microsoft.com/office/drawing/2014/main" id="{ED3A70B6-7BFD-271B-D19C-36A87297F379}"/>
              </a:ext>
            </a:extLst>
          </p:cNvPr>
          <p:cNvSpPr/>
          <p:nvPr/>
        </p:nvSpPr>
        <p:spPr>
          <a:xfrm rot="16199987" flipV="1">
            <a:off x="2964815" y="-2364446"/>
            <a:ext cx="6862745" cy="115916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62744"/>
              <a:gd name="f7" fmla="val 11591639"/>
              <a:gd name="f8" fmla="val 5240223"/>
              <a:gd name="f9" fmla="val 4145656"/>
              <a:gd name="f10" fmla="val 5240222"/>
              <a:gd name="f11" fmla="val 2519152"/>
              <a:gd name="f12" fmla="val 1367198"/>
              <a:gd name="f13" fmla="val 2775863"/>
              <a:gd name="f14" fmla="+- 0 0 -90"/>
              <a:gd name="f15" fmla="*/ f3 1 6862744"/>
              <a:gd name="f16" fmla="*/ f4 1 11591639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62744"/>
              <a:gd name="f25" fmla="*/ f21 1 11591639"/>
              <a:gd name="f26" fmla="*/ 6862744 f22 1"/>
              <a:gd name="f27" fmla="*/ 11591639 f21 1"/>
              <a:gd name="f28" fmla="*/ 5240223 f21 1"/>
              <a:gd name="f29" fmla="*/ 4145656 f22 1"/>
              <a:gd name="f30" fmla="*/ 5240222 f21 1"/>
              <a:gd name="f31" fmla="*/ 2519152 f21 1"/>
              <a:gd name="f32" fmla="*/ 1367198 f21 1"/>
              <a:gd name="f33" fmla="*/ 2775863 f22 1"/>
              <a:gd name="f34" fmla="*/ 0 f21 1"/>
              <a:gd name="f35" fmla="*/ 0 f22 1"/>
              <a:gd name="f36" fmla="+- f23 0 f1"/>
              <a:gd name="f37" fmla="*/ f26 1 6862744"/>
              <a:gd name="f38" fmla="*/ f27 1 11591639"/>
              <a:gd name="f39" fmla="*/ f28 1 11591639"/>
              <a:gd name="f40" fmla="*/ f29 1 6862744"/>
              <a:gd name="f41" fmla="*/ f30 1 11591639"/>
              <a:gd name="f42" fmla="*/ f31 1 11591639"/>
              <a:gd name="f43" fmla="*/ f32 1 11591639"/>
              <a:gd name="f44" fmla="*/ f33 1 6862744"/>
              <a:gd name="f45" fmla="*/ f34 1 11591639"/>
              <a:gd name="f46" fmla="*/ f35 1 6862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62744" h="11591639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2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Forme libre : Forme 11">
            <a:extLst>
              <a:ext uri="{FF2B5EF4-FFF2-40B4-BE49-F238E27FC236}">
                <a16:creationId xmlns:a16="http://schemas.microsoft.com/office/drawing/2014/main" id="{FE583C15-B999-055C-FA91-F685A855AAA7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3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Forme libre : Forme 7">
            <a:extLst>
              <a:ext uri="{FF2B5EF4-FFF2-40B4-BE49-F238E27FC236}">
                <a16:creationId xmlns:a16="http://schemas.microsoft.com/office/drawing/2014/main" id="{0A8B8932-E8A7-FD07-35D3-FDDB559880D8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>
              <a:alpha val="9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26355436-8F11-2C9B-633D-2E76E1A713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498" y="542925"/>
            <a:ext cx="11214101" cy="535527"/>
          </a:xfrm>
        </p:spPr>
        <p:txBody>
          <a:bodyPr anchor="t">
            <a:spAutoFit/>
          </a:bodyPr>
          <a:lstStyle>
            <a:lvl1pPr>
              <a:defRPr sz="3200" b="1" spc="-7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grpSp>
        <p:nvGrpSpPr>
          <p:cNvPr id="8" name="Groupe 14">
            <a:extLst>
              <a:ext uri="{FF2B5EF4-FFF2-40B4-BE49-F238E27FC236}">
                <a16:creationId xmlns:a16="http://schemas.microsoft.com/office/drawing/2014/main" id="{A6C1023F-82B5-DCDF-5A43-7A6AAEF28998}"/>
              </a:ext>
            </a:extLst>
          </p:cNvPr>
          <p:cNvGrpSpPr/>
          <p:nvPr/>
        </p:nvGrpSpPr>
        <p:grpSpPr>
          <a:xfrm>
            <a:off x="444503" y="-267763"/>
            <a:ext cx="645306" cy="535527"/>
            <a:chOff x="444503" y="-267763"/>
            <a:chExt cx="645306" cy="535527"/>
          </a:xfrm>
        </p:grpSpPr>
        <p:sp>
          <p:nvSpPr>
            <p:cNvPr id="9" name="Forme libre : Forme 15">
              <a:extLst>
                <a:ext uri="{FF2B5EF4-FFF2-40B4-BE49-F238E27FC236}">
                  <a16:creationId xmlns:a16="http://schemas.microsoft.com/office/drawing/2014/main" id="{292D00C6-5DBF-74AE-AA6E-7B63BE22C8EA}"/>
                </a:ext>
              </a:extLst>
            </p:cNvPr>
            <p:cNvSpPr/>
            <p:nvPr/>
          </p:nvSpPr>
          <p:spPr>
            <a:xfrm rot="18900010">
              <a:off x="554282" y="-267763"/>
              <a:ext cx="535527" cy="5355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0" name="Forme libre : Forme 16">
              <a:extLst>
                <a:ext uri="{FF2B5EF4-FFF2-40B4-BE49-F238E27FC236}">
                  <a16:creationId xmlns:a16="http://schemas.microsoft.com/office/drawing/2014/main" id="{ACB1E4A3-8B32-1F44-E9C6-3F4CDB6AE773}"/>
                </a:ext>
              </a:extLst>
            </p:cNvPr>
            <p:cNvSpPr/>
            <p:nvPr/>
          </p:nvSpPr>
          <p:spPr>
            <a:xfrm rot="2699990" flipH="1">
              <a:off x="444503" y="-258941"/>
              <a:ext cx="517870" cy="517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blipFill>
              <a:blip r:embed="rId4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1" name="Groupe 5">
            <a:extLst>
              <a:ext uri="{FF2B5EF4-FFF2-40B4-BE49-F238E27FC236}">
                <a16:creationId xmlns:a16="http://schemas.microsoft.com/office/drawing/2014/main" id="{2EF39B68-FD12-9068-949F-A223494B9A16}"/>
              </a:ext>
            </a:extLst>
          </p:cNvPr>
          <p:cNvGrpSpPr/>
          <p:nvPr/>
        </p:nvGrpSpPr>
        <p:grpSpPr>
          <a:xfrm>
            <a:off x="0" y="1357408"/>
            <a:ext cx="12191996" cy="4846320"/>
            <a:chOff x="0" y="1357408"/>
            <a:chExt cx="12191996" cy="4846320"/>
          </a:xfrm>
        </p:grpSpPr>
        <p:sp>
          <p:nvSpPr>
            <p:cNvPr id="12" name="Rectangle : Coin rogné 18">
              <a:extLst>
                <a:ext uri="{FF2B5EF4-FFF2-40B4-BE49-F238E27FC236}">
                  <a16:creationId xmlns:a16="http://schemas.microsoft.com/office/drawing/2014/main" id="{D29B12E2-9950-0354-4786-1DEC77EBA109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blipFill>
              <a:blip r:embed="rId5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" name="Rectangle : Coin rogné 2">
              <a:extLst>
                <a:ext uri="{FF2B5EF4-FFF2-40B4-BE49-F238E27FC236}">
                  <a16:creationId xmlns:a16="http://schemas.microsoft.com/office/drawing/2014/main" id="{7A608376-9289-599A-9B30-25505B9B6E88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1967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1967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4" name="Forme libre : Forme 34">
            <a:extLst>
              <a:ext uri="{FF2B5EF4-FFF2-40B4-BE49-F238E27FC236}">
                <a16:creationId xmlns:a16="http://schemas.microsoft.com/office/drawing/2014/main" id="{5A32552E-35F5-CC92-E89F-106041B054FF}"/>
              </a:ext>
            </a:extLst>
          </p:cNvPr>
          <p:cNvSpPr/>
          <p:nvPr/>
        </p:nvSpPr>
        <p:spPr>
          <a:xfrm flipH="1">
            <a:off x="10782303" y="5448296"/>
            <a:ext cx="1409703" cy="14097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54341"/>
              <a:gd name="f7" fmla="+- 0 0 -90"/>
              <a:gd name="f8" fmla="*/ f3 1 754341"/>
              <a:gd name="f9" fmla="*/ f4 1 754341"/>
              <a:gd name="f10" fmla="val f5"/>
              <a:gd name="f11" fmla="val f6"/>
              <a:gd name="f12" fmla="*/ f7 f0 1"/>
              <a:gd name="f13" fmla="+- f11 0 f10"/>
              <a:gd name="f14" fmla="*/ f12 1 f2"/>
              <a:gd name="f15" fmla="*/ f13 1 754341"/>
              <a:gd name="f16" fmla="*/ 754341 f13 1"/>
              <a:gd name="f17" fmla="*/ 0 f13 1"/>
              <a:gd name="f18" fmla="+- f14 0 f1"/>
              <a:gd name="f19" fmla="*/ f16 1 754341"/>
              <a:gd name="f20" fmla="*/ f17 1 754341"/>
              <a:gd name="f21" fmla="*/ f10 1 f15"/>
              <a:gd name="f22" fmla="*/ f11 1 f15"/>
              <a:gd name="f23" fmla="*/ f19 1 f15"/>
              <a:gd name="f24" fmla="*/ f20 1 f15"/>
              <a:gd name="f25" fmla="*/ f21 f8 1"/>
              <a:gd name="f26" fmla="*/ f22 f8 1"/>
              <a:gd name="f27" fmla="*/ f22 f9 1"/>
              <a:gd name="f28" fmla="*/ f21 f9 1"/>
              <a:gd name="f29" fmla="*/ f23 f8 1"/>
              <a:gd name="f30" fmla="*/ f23 f9 1"/>
              <a:gd name="f31" fmla="*/ f24 f8 1"/>
              <a:gd name="f32" fmla="*/ f2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8">
                <a:pos x="f29" y="f30"/>
              </a:cxn>
              <a:cxn ang="f18">
                <a:pos x="f31" y="f30"/>
              </a:cxn>
              <a:cxn ang="f18">
                <a:pos x="f31" y="f32"/>
              </a:cxn>
            </a:cxnLst>
            <a:rect l="f25" t="f28" r="f26" b="f27"/>
            <a:pathLst>
              <a:path w="754341" h="754341">
                <a:moveTo>
                  <a:pt x="f6" y="f6"/>
                </a:move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blipFill>
            <a:blip r:embed="rId6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Espace réservé du numéro de diapositive 4">
            <a:extLst>
              <a:ext uri="{FF2B5EF4-FFF2-40B4-BE49-F238E27FC236}">
                <a16:creationId xmlns:a16="http://schemas.microsoft.com/office/drawing/2014/main" id="{4FDC1480-38DC-364D-9B73-C8DC090B87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252204" y="6315075"/>
            <a:ext cx="406395" cy="365129"/>
          </a:xfr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Trade Gothic LT Pro" pitchFamily="34"/>
              </a:defRPr>
            </a:lvl1pPr>
          </a:lstStyle>
          <a:p>
            <a:pPr lvl="0"/>
            <a:fld id="{C04D5FD6-581C-4878-8998-E9BA68B11FDC}" type="slidenum">
              <a:t>‹N°›</a:t>
            </a:fld>
            <a:endParaRPr lang="fr-FR"/>
          </a:p>
        </p:txBody>
      </p:sp>
      <p:sp>
        <p:nvSpPr>
          <p:cNvPr id="16" name="Espace réservé d’image 2">
            <a:extLst>
              <a:ext uri="{FF2B5EF4-FFF2-40B4-BE49-F238E27FC236}">
                <a16:creationId xmlns:a16="http://schemas.microsoft.com/office/drawing/2014/main" id="{479EF701-C630-F2A2-26E8-CE2CCDC3680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110090" y="1444651"/>
            <a:ext cx="7548509" cy="457907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Cliquez sur l'icône pour ajouter une image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74864D4C-333B-C6C2-FDFC-A025D64FF7C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</p:spPr>
        <p:txBody>
          <a:bodyPr/>
          <a:lstStyle>
            <a:lvl1pPr marL="0" indent="0"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102264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 avec légende">
    <p:bg>
      <p:bgPr>
        <a:solidFill>
          <a:srgbClr val="47C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10">
            <a:extLst>
              <a:ext uri="{FF2B5EF4-FFF2-40B4-BE49-F238E27FC236}">
                <a16:creationId xmlns:a16="http://schemas.microsoft.com/office/drawing/2014/main" id="{3DDCC390-D147-02FF-8291-79CF9A8E3B79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prstGeom prst="rect">
            <a:avLst/>
          </a:prstGeom>
          <a:solidFill>
            <a:srgbClr val="299CA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Forme libre : Forme 9">
            <a:extLst>
              <a:ext uri="{FF2B5EF4-FFF2-40B4-BE49-F238E27FC236}">
                <a16:creationId xmlns:a16="http://schemas.microsoft.com/office/drawing/2014/main" id="{620731EC-ED31-7252-15BA-CA9E432F2C55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192001"/>
              <a:gd name="f7" fmla="val 6884191"/>
              <a:gd name="f8" fmla="val 7540222"/>
              <a:gd name="f9" fmla="val 10260629"/>
              <a:gd name="f10" fmla="val 2725573"/>
              <a:gd name="f11" fmla="val 11286710"/>
              <a:gd name="f12" fmla="val 12192000"/>
              <a:gd name="f13" fmla="val 3632581"/>
              <a:gd name="f14" fmla="+- 0 0 -90"/>
              <a:gd name="f15" fmla="*/ f3 1 12192001"/>
              <a:gd name="f16" fmla="*/ f4 1 6884191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12192001"/>
              <a:gd name="f25" fmla="*/ f21 1 6884191"/>
              <a:gd name="f26" fmla="*/ 0 f22 1"/>
              <a:gd name="f27" fmla="*/ 0 f21 1"/>
              <a:gd name="f28" fmla="*/ 7540222 f22 1"/>
              <a:gd name="f29" fmla="*/ 10260629 f22 1"/>
              <a:gd name="f30" fmla="*/ 2725573 f21 1"/>
              <a:gd name="f31" fmla="*/ 11286710 f22 1"/>
              <a:gd name="f32" fmla="*/ 12192000 f22 1"/>
              <a:gd name="f33" fmla="*/ 3632581 f21 1"/>
              <a:gd name="f34" fmla="*/ 12192001 f22 1"/>
              <a:gd name="f35" fmla="*/ 6884191 f21 1"/>
              <a:gd name="f36" fmla="+- f23 0 f1"/>
              <a:gd name="f37" fmla="*/ f26 1 12192001"/>
              <a:gd name="f38" fmla="*/ f27 1 6884191"/>
              <a:gd name="f39" fmla="*/ f28 1 12192001"/>
              <a:gd name="f40" fmla="*/ f29 1 12192001"/>
              <a:gd name="f41" fmla="*/ f30 1 6884191"/>
              <a:gd name="f42" fmla="*/ f31 1 12192001"/>
              <a:gd name="f43" fmla="*/ f32 1 12192001"/>
              <a:gd name="f44" fmla="*/ f33 1 6884191"/>
              <a:gd name="f45" fmla="*/ f34 1 12192001"/>
              <a:gd name="f46" fmla="*/ f35 1 6884191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4"/>
              <a:gd name="f54" fmla="*/ f40 1 f24"/>
              <a:gd name="f55" fmla="*/ f41 1 f25"/>
              <a:gd name="f56" fmla="*/ f42 1 f24"/>
              <a:gd name="f57" fmla="*/ f43 1 f24"/>
              <a:gd name="f58" fmla="*/ f44 1 f25"/>
              <a:gd name="f59" fmla="*/ f45 1 f24"/>
              <a:gd name="f60" fmla="*/ f46 1 f25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5 1"/>
              <a:gd name="f68" fmla="*/ f54 f15 1"/>
              <a:gd name="f69" fmla="*/ f55 f16 1"/>
              <a:gd name="f70" fmla="*/ f56 f15 1"/>
              <a:gd name="f71" fmla="*/ f57 f15 1"/>
              <a:gd name="f72" fmla="*/ f58 f16 1"/>
              <a:gd name="f73" fmla="*/ f59 f15 1"/>
              <a:gd name="f74" fmla="*/ f6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7" y="f66"/>
              </a:cxn>
              <a:cxn ang="f36">
                <a:pos x="f68" y="f69"/>
              </a:cxn>
              <a:cxn ang="f36">
                <a:pos x="f70" y="f69"/>
              </a:cxn>
              <a:cxn ang="f36">
                <a:pos x="f71" y="f72"/>
              </a:cxn>
              <a:cxn ang="f36">
                <a:pos x="f73" y="f74"/>
              </a:cxn>
              <a:cxn ang="f36">
                <a:pos x="f65" y="f74"/>
              </a:cxn>
            </a:cxnLst>
            <a:rect l="f61" t="f64" r="f62" b="f63"/>
            <a:pathLst>
              <a:path w="12192001" h="6884191">
                <a:moveTo>
                  <a:pt x="f5" y="f5"/>
                </a:moveTo>
                <a:lnTo>
                  <a:pt x="f8" y="f5"/>
                </a:lnTo>
                <a:lnTo>
                  <a:pt x="f9" y="f10"/>
                </a:lnTo>
                <a:lnTo>
                  <a:pt x="f11" y="f10"/>
                </a:lnTo>
                <a:lnTo>
                  <a:pt x="f12" y="f13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47C3D3">
              <a:alpha val="7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rme libre : Forme 17">
            <a:extLst>
              <a:ext uri="{FF2B5EF4-FFF2-40B4-BE49-F238E27FC236}">
                <a16:creationId xmlns:a16="http://schemas.microsoft.com/office/drawing/2014/main" id="{768CE911-E195-37EB-6C96-A1E2CD437973}"/>
              </a:ext>
            </a:extLst>
          </p:cNvPr>
          <p:cNvSpPr/>
          <p:nvPr/>
        </p:nvSpPr>
        <p:spPr>
          <a:xfrm rot="16199987" flipV="1">
            <a:off x="2964815" y="-2364446"/>
            <a:ext cx="6862745" cy="115916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62744"/>
              <a:gd name="f7" fmla="val 11591639"/>
              <a:gd name="f8" fmla="val 5240223"/>
              <a:gd name="f9" fmla="val 4145656"/>
              <a:gd name="f10" fmla="val 5240222"/>
              <a:gd name="f11" fmla="val 2519152"/>
              <a:gd name="f12" fmla="val 1367198"/>
              <a:gd name="f13" fmla="val 2775863"/>
              <a:gd name="f14" fmla="+- 0 0 -90"/>
              <a:gd name="f15" fmla="*/ f3 1 6862744"/>
              <a:gd name="f16" fmla="*/ f4 1 11591639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62744"/>
              <a:gd name="f25" fmla="*/ f21 1 11591639"/>
              <a:gd name="f26" fmla="*/ 6862744 f22 1"/>
              <a:gd name="f27" fmla="*/ 11591639 f21 1"/>
              <a:gd name="f28" fmla="*/ 5240223 f21 1"/>
              <a:gd name="f29" fmla="*/ 4145656 f22 1"/>
              <a:gd name="f30" fmla="*/ 5240222 f21 1"/>
              <a:gd name="f31" fmla="*/ 2519152 f21 1"/>
              <a:gd name="f32" fmla="*/ 1367198 f21 1"/>
              <a:gd name="f33" fmla="*/ 2775863 f22 1"/>
              <a:gd name="f34" fmla="*/ 0 f21 1"/>
              <a:gd name="f35" fmla="*/ 0 f22 1"/>
              <a:gd name="f36" fmla="+- f23 0 f1"/>
              <a:gd name="f37" fmla="*/ f26 1 6862744"/>
              <a:gd name="f38" fmla="*/ f27 1 11591639"/>
              <a:gd name="f39" fmla="*/ f28 1 11591639"/>
              <a:gd name="f40" fmla="*/ f29 1 6862744"/>
              <a:gd name="f41" fmla="*/ f30 1 11591639"/>
              <a:gd name="f42" fmla="*/ f31 1 11591639"/>
              <a:gd name="f43" fmla="*/ f32 1 11591639"/>
              <a:gd name="f44" fmla="*/ f33 1 6862744"/>
              <a:gd name="f45" fmla="*/ f34 1 11591639"/>
              <a:gd name="f46" fmla="*/ f35 1 6862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62744" h="11591639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2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Forme libre : Forme 11">
            <a:extLst>
              <a:ext uri="{FF2B5EF4-FFF2-40B4-BE49-F238E27FC236}">
                <a16:creationId xmlns:a16="http://schemas.microsoft.com/office/drawing/2014/main" id="{5FD5A171-B975-A40E-06CD-C560A135B39C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3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Forme libre : Forme 7">
            <a:extLst>
              <a:ext uri="{FF2B5EF4-FFF2-40B4-BE49-F238E27FC236}">
                <a16:creationId xmlns:a16="http://schemas.microsoft.com/office/drawing/2014/main" id="{A0F9B131-7FB6-7035-4CDB-CBD3961CB133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>
              <a:alpha val="9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8ADBA349-5962-9F81-9ADC-026CB13C02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498" y="542925"/>
            <a:ext cx="11214101" cy="535527"/>
          </a:xfrm>
        </p:spPr>
        <p:txBody>
          <a:bodyPr anchor="t">
            <a:spAutoFit/>
          </a:bodyPr>
          <a:lstStyle>
            <a:lvl1pPr>
              <a:defRPr sz="3200" b="1" spc="-7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grpSp>
        <p:nvGrpSpPr>
          <p:cNvPr id="8" name="Groupe 14">
            <a:extLst>
              <a:ext uri="{FF2B5EF4-FFF2-40B4-BE49-F238E27FC236}">
                <a16:creationId xmlns:a16="http://schemas.microsoft.com/office/drawing/2014/main" id="{D5BFF63C-1E17-7EAD-14C8-49FC6C0A57EA}"/>
              </a:ext>
            </a:extLst>
          </p:cNvPr>
          <p:cNvGrpSpPr/>
          <p:nvPr/>
        </p:nvGrpSpPr>
        <p:grpSpPr>
          <a:xfrm>
            <a:off x="444503" y="-267763"/>
            <a:ext cx="645306" cy="535527"/>
            <a:chOff x="444503" y="-267763"/>
            <a:chExt cx="645306" cy="535527"/>
          </a:xfrm>
        </p:grpSpPr>
        <p:sp>
          <p:nvSpPr>
            <p:cNvPr id="9" name="Forme libre : Forme 15">
              <a:extLst>
                <a:ext uri="{FF2B5EF4-FFF2-40B4-BE49-F238E27FC236}">
                  <a16:creationId xmlns:a16="http://schemas.microsoft.com/office/drawing/2014/main" id="{73E4CCF2-736A-2445-419E-12EA37D3E46F}"/>
                </a:ext>
              </a:extLst>
            </p:cNvPr>
            <p:cNvSpPr/>
            <p:nvPr/>
          </p:nvSpPr>
          <p:spPr>
            <a:xfrm rot="18900010">
              <a:off x="554282" y="-267763"/>
              <a:ext cx="535527" cy="5355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0" name="Forme libre : Forme 16">
              <a:extLst>
                <a:ext uri="{FF2B5EF4-FFF2-40B4-BE49-F238E27FC236}">
                  <a16:creationId xmlns:a16="http://schemas.microsoft.com/office/drawing/2014/main" id="{75265F35-76ED-41ED-0FCE-6EB62CF639C9}"/>
                </a:ext>
              </a:extLst>
            </p:cNvPr>
            <p:cNvSpPr/>
            <p:nvPr/>
          </p:nvSpPr>
          <p:spPr>
            <a:xfrm rot="2699990" flipH="1">
              <a:off x="444503" y="-258941"/>
              <a:ext cx="517870" cy="517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blipFill>
              <a:blip r:embed="rId4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1" name="Groupe 5">
            <a:extLst>
              <a:ext uri="{FF2B5EF4-FFF2-40B4-BE49-F238E27FC236}">
                <a16:creationId xmlns:a16="http://schemas.microsoft.com/office/drawing/2014/main" id="{7A106560-10C7-E0C9-A4F1-8DF3444A2731}"/>
              </a:ext>
            </a:extLst>
          </p:cNvPr>
          <p:cNvGrpSpPr/>
          <p:nvPr/>
        </p:nvGrpSpPr>
        <p:grpSpPr>
          <a:xfrm>
            <a:off x="0" y="1357408"/>
            <a:ext cx="12191996" cy="4846320"/>
            <a:chOff x="0" y="1357408"/>
            <a:chExt cx="12191996" cy="4846320"/>
          </a:xfrm>
        </p:grpSpPr>
        <p:sp>
          <p:nvSpPr>
            <p:cNvPr id="12" name="Rectangle : Coin rogné 18">
              <a:extLst>
                <a:ext uri="{FF2B5EF4-FFF2-40B4-BE49-F238E27FC236}">
                  <a16:creationId xmlns:a16="http://schemas.microsoft.com/office/drawing/2014/main" id="{3817ABD2-2211-DA89-3ED4-8772AD7C7E36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blipFill>
              <a:blip r:embed="rId5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" name="Rectangle : Coin rogné 2">
              <a:extLst>
                <a:ext uri="{FF2B5EF4-FFF2-40B4-BE49-F238E27FC236}">
                  <a16:creationId xmlns:a16="http://schemas.microsoft.com/office/drawing/2014/main" id="{5867B682-5339-C52B-AD77-D072290F3A9C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1967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1967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4" name="Forme libre : Forme 34">
            <a:extLst>
              <a:ext uri="{FF2B5EF4-FFF2-40B4-BE49-F238E27FC236}">
                <a16:creationId xmlns:a16="http://schemas.microsoft.com/office/drawing/2014/main" id="{5727919B-0BA2-7C43-4852-3026F533ED34}"/>
              </a:ext>
            </a:extLst>
          </p:cNvPr>
          <p:cNvSpPr/>
          <p:nvPr/>
        </p:nvSpPr>
        <p:spPr>
          <a:xfrm flipH="1">
            <a:off x="10782303" y="5448296"/>
            <a:ext cx="1409703" cy="14097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54341"/>
              <a:gd name="f7" fmla="+- 0 0 -90"/>
              <a:gd name="f8" fmla="*/ f3 1 754341"/>
              <a:gd name="f9" fmla="*/ f4 1 754341"/>
              <a:gd name="f10" fmla="val f5"/>
              <a:gd name="f11" fmla="val f6"/>
              <a:gd name="f12" fmla="*/ f7 f0 1"/>
              <a:gd name="f13" fmla="+- f11 0 f10"/>
              <a:gd name="f14" fmla="*/ f12 1 f2"/>
              <a:gd name="f15" fmla="*/ f13 1 754341"/>
              <a:gd name="f16" fmla="*/ 754341 f13 1"/>
              <a:gd name="f17" fmla="*/ 0 f13 1"/>
              <a:gd name="f18" fmla="+- f14 0 f1"/>
              <a:gd name="f19" fmla="*/ f16 1 754341"/>
              <a:gd name="f20" fmla="*/ f17 1 754341"/>
              <a:gd name="f21" fmla="*/ f10 1 f15"/>
              <a:gd name="f22" fmla="*/ f11 1 f15"/>
              <a:gd name="f23" fmla="*/ f19 1 f15"/>
              <a:gd name="f24" fmla="*/ f20 1 f15"/>
              <a:gd name="f25" fmla="*/ f21 f8 1"/>
              <a:gd name="f26" fmla="*/ f22 f8 1"/>
              <a:gd name="f27" fmla="*/ f22 f9 1"/>
              <a:gd name="f28" fmla="*/ f21 f9 1"/>
              <a:gd name="f29" fmla="*/ f23 f8 1"/>
              <a:gd name="f30" fmla="*/ f23 f9 1"/>
              <a:gd name="f31" fmla="*/ f24 f8 1"/>
              <a:gd name="f32" fmla="*/ f2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8">
                <a:pos x="f29" y="f30"/>
              </a:cxn>
              <a:cxn ang="f18">
                <a:pos x="f31" y="f30"/>
              </a:cxn>
              <a:cxn ang="f18">
                <a:pos x="f31" y="f32"/>
              </a:cxn>
            </a:cxnLst>
            <a:rect l="f25" t="f28" r="f26" b="f27"/>
            <a:pathLst>
              <a:path w="754341" h="754341">
                <a:moveTo>
                  <a:pt x="f6" y="f6"/>
                </a:move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blipFill>
            <a:blip r:embed="rId6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Espace réservé du numéro de diapositive 4">
            <a:extLst>
              <a:ext uri="{FF2B5EF4-FFF2-40B4-BE49-F238E27FC236}">
                <a16:creationId xmlns:a16="http://schemas.microsoft.com/office/drawing/2014/main" id="{FA78FB22-7191-524C-DAC8-5254E203C33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252204" y="6315075"/>
            <a:ext cx="406395" cy="365129"/>
          </a:xfr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Trade Gothic LT Pro" pitchFamily="34"/>
              </a:defRPr>
            </a:lvl1pPr>
          </a:lstStyle>
          <a:p>
            <a:pPr lvl="0"/>
            <a:fld id="{E728662C-E74A-46E3-A996-E8A44B6134B7}" type="slidenum">
              <a:t>‹N°›</a:t>
            </a:fld>
            <a:endParaRPr lang="fr-FR"/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A63656CD-4CB8-C3ED-ECEE-3D750AAE662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</p:spPr>
        <p:txBody>
          <a:bodyPr/>
          <a:lstStyle>
            <a:lvl1pPr marL="0" indent="0"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9E97DB6E-D6FC-8AE9-60B2-441BB78B45B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64289" y="1444651"/>
            <a:ext cx="7694310" cy="4579077"/>
          </a:xfr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1800">
                <a:solidFill>
                  <a:srgbClr val="FFFFFF"/>
                </a:solidFill>
              </a:defRPr>
            </a:lvl3pPr>
            <a:lvl4pPr>
              <a:defRPr sz="1600">
                <a:solidFill>
                  <a:srgbClr val="FFFFFF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5309636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354C04FE-28D9-20FC-22AC-63A9CEDBDF46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prstGeom prst="rect">
            <a:avLst/>
          </a:prstGeom>
          <a:solidFill>
            <a:srgbClr val="299CA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Forme libre : Forme 9">
            <a:extLst>
              <a:ext uri="{FF2B5EF4-FFF2-40B4-BE49-F238E27FC236}">
                <a16:creationId xmlns:a16="http://schemas.microsoft.com/office/drawing/2014/main" id="{6BFF18B6-0E06-54DD-D195-B47979FD8BBA}"/>
              </a:ext>
            </a:extLst>
          </p:cNvPr>
          <p:cNvSpPr/>
          <p:nvPr/>
        </p:nvSpPr>
        <p:spPr>
          <a:xfrm>
            <a:off x="0" y="0"/>
            <a:ext cx="12191996" cy="688418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192001"/>
              <a:gd name="f7" fmla="val 6884191"/>
              <a:gd name="f8" fmla="val 7540222"/>
              <a:gd name="f9" fmla="val 10260629"/>
              <a:gd name="f10" fmla="val 2725573"/>
              <a:gd name="f11" fmla="val 11286710"/>
              <a:gd name="f12" fmla="val 12192000"/>
              <a:gd name="f13" fmla="val 3632581"/>
              <a:gd name="f14" fmla="+- 0 0 -90"/>
              <a:gd name="f15" fmla="*/ f3 1 12192001"/>
              <a:gd name="f16" fmla="*/ f4 1 6884191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12192001"/>
              <a:gd name="f25" fmla="*/ f21 1 6884191"/>
              <a:gd name="f26" fmla="*/ 0 f22 1"/>
              <a:gd name="f27" fmla="*/ 0 f21 1"/>
              <a:gd name="f28" fmla="*/ 7540222 f22 1"/>
              <a:gd name="f29" fmla="*/ 10260629 f22 1"/>
              <a:gd name="f30" fmla="*/ 2725573 f21 1"/>
              <a:gd name="f31" fmla="*/ 11286710 f22 1"/>
              <a:gd name="f32" fmla="*/ 12192000 f22 1"/>
              <a:gd name="f33" fmla="*/ 3632581 f21 1"/>
              <a:gd name="f34" fmla="*/ 12192001 f22 1"/>
              <a:gd name="f35" fmla="*/ 6884191 f21 1"/>
              <a:gd name="f36" fmla="+- f23 0 f1"/>
              <a:gd name="f37" fmla="*/ f26 1 12192001"/>
              <a:gd name="f38" fmla="*/ f27 1 6884191"/>
              <a:gd name="f39" fmla="*/ f28 1 12192001"/>
              <a:gd name="f40" fmla="*/ f29 1 12192001"/>
              <a:gd name="f41" fmla="*/ f30 1 6884191"/>
              <a:gd name="f42" fmla="*/ f31 1 12192001"/>
              <a:gd name="f43" fmla="*/ f32 1 12192001"/>
              <a:gd name="f44" fmla="*/ f33 1 6884191"/>
              <a:gd name="f45" fmla="*/ f34 1 12192001"/>
              <a:gd name="f46" fmla="*/ f35 1 6884191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4"/>
              <a:gd name="f54" fmla="*/ f40 1 f24"/>
              <a:gd name="f55" fmla="*/ f41 1 f25"/>
              <a:gd name="f56" fmla="*/ f42 1 f24"/>
              <a:gd name="f57" fmla="*/ f43 1 f24"/>
              <a:gd name="f58" fmla="*/ f44 1 f25"/>
              <a:gd name="f59" fmla="*/ f45 1 f24"/>
              <a:gd name="f60" fmla="*/ f46 1 f25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5 1"/>
              <a:gd name="f68" fmla="*/ f54 f15 1"/>
              <a:gd name="f69" fmla="*/ f55 f16 1"/>
              <a:gd name="f70" fmla="*/ f56 f15 1"/>
              <a:gd name="f71" fmla="*/ f57 f15 1"/>
              <a:gd name="f72" fmla="*/ f58 f16 1"/>
              <a:gd name="f73" fmla="*/ f59 f15 1"/>
              <a:gd name="f74" fmla="*/ f6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7" y="f66"/>
              </a:cxn>
              <a:cxn ang="f36">
                <a:pos x="f68" y="f69"/>
              </a:cxn>
              <a:cxn ang="f36">
                <a:pos x="f70" y="f69"/>
              </a:cxn>
              <a:cxn ang="f36">
                <a:pos x="f71" y="f72"/>
              </a:cxn>
              <a:cxn ang="f36">
                <a:pos x="f73" y="f74"/>
              </a:cxn>
              <a:cxn ang="f36">
                <a:pos x="f65" y="f74"/>
              </a:cxn>
            </a:cxnLst>
            <a:rect l="f61" t="f64" r="f62" b="f63"/>
            <a:pathLst>
              <a:path w="12192001" h="6884191">
                <a:moveTo>
                  <a:pt x="f5" y="f5"/>
                </a:moveTo>
                <a:lnTo>
                  <a:pt x="f8" y="f5"/>
                </a:lnTo>
                <a:lnTo>
                  <a:pt x="f9" y="f10"/>
                </a:lnTo>
                <a:lnTo>
                  <a:pt x="f11" y="f10"/>
                </a:lnTo>
                <a:lnTo>
                  <a:pt x="f12" y="f13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47C3D3">
              <a:alpha val="7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rme libre : Forme 17">
            <a:extLst>
              <a:ext uri="{FF2B5EF4-FFF2-40B4-BE49-F238E27FC236}">
                <a16:creationId xmlns:a16="http://schemas.microsoft.com/office/drawing/2014/main" id="{D38468FF-2724-CE82-1323-365715E2730C}"/>
              </a:ext>
            </a:extLst>
          </p:cNvPr>
          <p:cNvSpPr/>
          <p:nvPr/>
        </p:nvSpPr>
        <p:spPr>
          <a:xfrm rot="16199987" flipV="1">
            <a:off x="2964815" y="-2364446"/>
            <a:ext cx="6862745" cy="115916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62744"/>
              <a:gd name="f7" fmla="val 11591639"/>
              <a:gd name="f8" fmla="val 5240223"/>
              <a:gd name="f9" fmla="val 4145656"/>
              <a:gd name="f10" fmla="val 5240222"/>
              <a:gd name="f11" fmla="val 2519152"/>
              <a:gd name="f12" fmla="val 1367198"/>
              <a:gd name="f13" fmla="val 2775863"/>
              <a:gd name="f14" fmla="+- 0 0 -90"/>
              <a:gd name="f15" fmla="*/ f3 1 6862744"/>
              <a:gd name="f16" fmla="*/ f4 1 11591639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62744"/>
              <a:gd name="f25" fmla="*/ f21 1 11591639"/>
              <a:gd name="f26" fmla="*/ 6862744 f22 1"/>
              <a:gd name="f27" fmla="*/ 11591639 f21 1"/>
              <a:gd name="f28" fmla="*/ 5240223 f21 1"/>
              <a:gd name="f29" fmla="*/ 4145656 f22 1"/>
              <a:gd name="f30" fmla="*/ 5240222 f21 1"/>
              <a:gd name="f31" fmla="*/ 2519152 f21 1"/>
              <a:gd name="f32" fmla="*/ 1367198 f21 1"/>
              <a:gd name="f33" fmla="*/ 2775863 f22 1"/>
              <a:gd name="f34" fmla="*/ 0 f21 1"/>
              <a:gd name="f35" fmla="*/ 0 f22 1"/>
              <a:gd name="f36" fmla="+- f23 0 f1"/>
              <a:gd name="f37" fmla="*/ f26 1 6862744"/>
              <a:gd name="f38" fmla="*/ f27 1 11591639"/>
              <a:gd name="f39" fmla="*/ f28 1 11591639"/>
              <a:gd name="f40" fmla="*/ f29 1 6862744"/>
              <a:gd name="f41" fmla="*/ f30 1 11591639"/>
              <a:gd name="f42" fmla="*/ f31 1 11591639"/>
              <a:gd name="f43" fmla="*/ f32 1 11591639"/>
              <a:gd name="f44" fmla="*/ f33 1 6862744"/>
              <a:gd name="f45" fmla="*/ f34 1 11591639"/>
              <a:gd name="f46" fmla="*/ f35 1 6862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62744" h="11591639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2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Forme libre : Forme 11">
            <a:extLst>
              <a:ext uri="{FF2B5EF4-FFF2-40B4-BE49-F238E27FC236}">
                <a16:creationId xmlns:a16="http://schemas.microsoft.com/office/drawing/2014/main" id="{A85340A2-6348-F095-15DB-040DA325FF28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3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Forme libre : Forme 7">
            <a:extLst>
              <a:ext uri="{FF2B5EF4-FFF2-40B4-BE49-F238E27FC236}">
                <a16:creationId xmlns:a16="http://schemas.microsoft.com/office/drawing/2014/main" id="{EB9CE4F9-6503-D3DE-B666-DE5F47B28F79}"/>
              </a:ext>
            </a:extLst>
          </p:cNvPr>
          <p:cNvSpPr/>
          <p:nvPr/>
        </p:nvSpPr>
        <p:spPr>
          <a:xfrm rot="16199987" flipV="1">
            <a:off x="2664626" y="-2664626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>
              <a:alpha val="9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7" name="Groupe 23">
            <a:extLst>
              <a:ext uri="{FF2B5EF4-FFF2-40B4-BE49-F238E27FC236}">
                <a16:creationId xmlns:a16="http://schemas.microsoft.com/office/drawing/2014/main" id="{0CB31EF9-8B72-959A-779C-06A9A8181EB5}"/>
              </a:ext>
            </a:extLst>
          </p:cNvPr>
          <p:cNvGrpSpPr/>
          <p:nvPr/>
        </p:nvGrpSpPr>
        <p:grpSpPr>
          <a:xfrm>
            <a:off x="444503" y="-267763"/>
            <a:ext cx="645306" cy="535527"/>
            <a:chOff x="444503" y="-267763"/>
            <a:chExt cx="645306" cy="535527"/>
          </a:xfrm>
        </p:grpSpPr>
        <p:sp>
          <p:nvSpPr>
            <p:cNvPr id="8" name="Forme libre : Forme 15">
              <a:extLst>
                <a:ext uri="{FF2B5EF4-FFF2-40B4-BE49-F238E27FC236}">
                  <a16:creationId xmlns:a16="http://schemas.microsoft.com/office/drawing/2014/main" id="{28AFC75C-0BD5-97A7-C67A-90745EDCC1AD}"/>
                </a:ext>
              </a:extLst>
            </p:cNvPr>
            <p:cNvSpPr/>
            <p:nvPr/>
          </p:nvSpPr>
          <p:spPr>
            <a:xfrm rot="18900010">
              <a:off x="554282" y="-267763"/>
              <a:ext cx="535527" cy="5355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" name="Forme libre : Forme 16">
              <a:extLst>
                <a:ext uri="{FF2B5EF4-FFF2-40B4-BE49-F238E27FC236}">
                  <a16:creationId xmlns:a16="http://schemas.microsoft.com/office/drawing/2014/main" id="{9B1F868A-2F27-28FA-F296-CFB4A0735488}"/>
                </a:ext>
              </a:extLst>
            </p:cNvPr>
            <p:cNvSpPr/>
            <p:nvPr/>
          </p:nvSpPr>
          <p:spPr>
            <a:xfrm rot="2699990" flipH="1">
              <a:off x="444503" y="-258941"/>
              <a:ext cx="517870" cy="517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blipFill>
              <a:blip r:embed="rId4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0" name="Forme libre : Forme 23">
            <a:extLst>
              <a:ext uri="{FF2B5EF4-FFF2-40B4-BE49-F238E27FC236}">
                <a16:creationId xmlns:a16="http://schemas.microsoft.com/office/drawing/2014/main" id="{678814DB-E963-5BC8-C307-AA9BB84B7E2F}"/>
              </a:ext>
            </a:extLst>
          </p:cNvPr>
          <p:cNvSpPr/>
          <p:nvPr/>
        </p:nvSpPr>
        <p:spPr>
          <a:xfrm flipH="1">
            <a:off x="10782303" y="5448296"/>
            <a:ext cx="1409703" cy="14097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54341"/>
              <a:gd name="f7" fmla="+- 0 0 -90"/>
              <a:gd name="f8" fmla="*/ f3 1 754341"/>
              <a:gd name="f9" fmla="*/ f4 1 754341"/>
              <a:gd name="f10" fmla="val f5"/>
              <a:gd name="f11" fmla="val f6"/>
              <a:gd name="f12" fmla="*/ f7 f0 1"/>
              <a:gd name="f13" fmla="+- f11 0 f10"/>
              <a:gd name="f14" fmla="*/ f12 1 f2"/>
              <a:gd name="f15" fmla="*/ f13 1 754341"/>
              <a:gd name="f16" fmla="*/ 754341 f13 1"/>
              <a:gd name="f17" fmla="*/ 0 f13 1"/>
              <a:gd name="f18" fmla="+- f14 0 f1"/>
              <a:gd name="f19" fmla="*/ f16 1 754341"/>
              <a:gd name="f20" fmla="*/ f17 1 754341"/>
              <a:gd name="f21" fmla="*/ f10 1 f15"/>
              <a:gd name="f22" fmla="*/ f11 1 f15"/>
              <a:gd name="f23" fmla="*/ f19 1 f15"/>
              <a:gd name="f24" fmla="*/ f20 1 f15"/>
              <a:gd name="f25" fmla="*/ f21 f8 1"/>
              <a:gd name="f26" fmla="*/ f22 f8 1"/>
              <a:gd name="f27" fmla="*/ f22 f9 1"/>
              <a:gd name="f28" fmla="*/ f21 f9 1"/>
              <a:gd name="f29" fmla="*/ f23 f8 1"/>
              <a:gd name="f30" fmla="*/ f23 f9 1"/>
              <a:gd name="f31" fmla="*/ f24 f8 1"/>
              <a:gd name="f32" fmla="*/ f2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8">
                <a:pos x="f29" y="f30"/>
              </a:cxn>
              <a:cxn ang="f18">
                <a:pos x="f31" y="f30"/>
              </a:cxn>
              <a:cxn ang="f18">
                <a:pos x="f31" y="f32"/>
              </a:cxn>
            </a:cxnLst>
            <a:rect l="f25" t="f28" r="f26" b="f27"/>
            <a:pathLst>
              <a:path w="754341" h="754341">
                <a:moveTo>
                  <a:pt x="f6" y="f6"/>
                </a:move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blipFill>
            <a:blip r:embed="rId5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Espace réservé du numéro de diapositive 4">
            <a:extLst>
              <a:ext uri="{FF2B5EF4-FFF2-40B4-BE49-F238E27FC236}">
                <a16:creationId xmlns:a16="http://schemas.microsoft.com/office/drawing/2014/main" id="{17730FA0-69A3-B7F5-6907-2DEC23CAB81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252204" y="6315075"/>
            <a:ext cx="406395" cy="365129"/>
          </a:xfr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Trade Gothic LT Pro" pitchFamily="34"/>
              </a:defRPr>
            </a:lvl1pPr>
          </a:lstStyle>
          <a:p>
            <a:pPr lvl="0"/>
            <a:fld id="{63DE9686-4F54-40DD-B292-84F54431E951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6438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rci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20">
            <a:extLst>
              <a:ext uri="{FF2B5EF4-FFF2-40B4-BE49-F238E27FC236}">
                <a16:creationId xmlns:a16="http://schemas.microsoft.com/office/drawing/2014/main" id="{68678727-53DF-3875-529A-7F0091E6E5B1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65A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Forme libre : Forme 14">
            <a:extLst>
              <a:ext uri="{FF2B5EF4-FFF2-40B4-BE49-F238E27FC236}">
                <a16:creationId xmlns:a16="http://schemas.microsoft.com/office/drawing/2014/main" id="{15CF9264-EC81-1325-24B9-CE4687A638C3}"/>
              </a:ext>
            </a:extLst>
          </p:cNvPr>
          <p:cNvSpPr/>
          <p:nvPr/>
        </p:nvSpPr>
        <p:spPr>
          <a:xfrm flipH="1">
            <a:off x="-16294" y="0"/>
            <a:ext cx="1220830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208298"/>
              <a:gd name="f7" fmla="val 6858000"/>
              <a:gd name="f8" fmla="val 8574289"/>
              <a:gd name="f9" fmla="val 532109"/>
              <a:gd name="f10" fmla="val 11495317"/>
              <a:gd name="f11" fmla="val 3146781"/>
              <a:gd name="f12" fmla="val 10353284"/>
              <a:gd name="f13" fmla="val 1291767"/>
              <a:gd name="f14" fmla="val 9866056"/>
              <a:gd name="f15" fmla="+- 0 0 -90"/>
              <a:gd name="f16" fmla="*/ f3 1 12208298"/>
              <a:gd name="f17" fmla="*/ f4 1 6858000"/>
              <a:gd name="f18" fmla="val f5"/>
              <a:gd name="f19" fmla="val f6"/>
              <a:gd name="f20" fmla="val f7"/>
              <a:gd name="f21" fmla="*/ f15 f0 1"/>
              <a:gd name="f22" fmla="+- f20 0 f18"/>
              <a:gd name="f23" fmla="+- f19 0 f18"/>
              <a:gd name="f24" fmla="*/ f21 1 f2"/>
              <a:gd name="f25" fmla="*/ f23 1 12208298"/>
              <a:gd name="f26" fmla="*/ f22 1 6858000"/>
              <a:gd name="f27" fmla="*/ 8574289 f23 1"/>
              <a:gd name="f28" fmla="*/ 0 f22 1"/>
              <a:gd name="f29" fmla="*/ 0 f23 1"/>
              <a:gd name="f30" fmla="*/ 6858000 f22 1"/>
              <a:gd name="f31" fmla="*/ 532109 f23 1"/>
              <a:gd name="f32" fmla="*/ 11495317 f23 1"/>
              <a:gd name="f33" fmla="*/ 12208298 f23 1"/>
              <a:gd name="f34" fmla="*/ 3146781 f22 1"/>
              <a:gd name="f35" fmla="*/ 10353284 f23 1"/>
              <a:gd name="f36" fmla="*/ 1291767 f22 1"/>
              <a:gd name="f37" fmla="*/ 9866056 f23 1"/>
              <a:gd name="f38" fmla="+- f24 0 f1"/>
              <a:gd name="f39" fmla="*/ f27 1 12208298"/>
              <a:gd name="f40" fmla="*/ f28 1 6858000"/>
              <a:gd name="f41" fmla="*/ f29 1 12208298"/>
              <a:gd name="f42" fmla="*/ f30 1 6858000"/>
              <a:gd name="f43" fmla="*/ f31 1 12208298"/>
              <a:gd name="f44" fmla="*/ f32 1 12208298"/>
              <a:gd name="f45" fmla="*/ f33 1 12208298"/>
              <a:gd name="f46" fmla="*/ f34 1 6858000"/>
              <a:gd name="f47" fmla="*/ f35 1 12208298"/>
              <a:gd name="f48" fmla="*/ f36 1 6858000"/>
              <a:gd name="f49" fmla="*/ f37 1 12208298"/>
              <a:gd name="f50" fmla="*/ f18 1 f25"/>
              <a:gd name="f51" fmla="*/ f19 1 f25"/>
              <a:gd name="f52" fmla="*/ f18 1 f26"/>
              <a:gd name="f53" fmla="*/ f20 1 f26"/>
              <a:gd name="f54" fmla="*/ f39 1 f25"/>
              <a:gd name="f55" fmla="*/ f40 1 f26"/>
              <a:gd name="f56" fmla="*/ f41 1 f25"/>
              <a:gd name="f57" fmla="*/ f42 1 f26"/>
              <a:gd name="f58" fmla="*/ f43 1 f25"/>
              <a:gd name="f59" fmla="*/ f44 1 f25"/>
              <a:gd name="f60" fmla="*/ f45 1 f25"/>
              <a:gd name="f61" fmla="*/ f46 1 f26"/>
              <a:gd name="f62" fmla="*/ f47 1 f25"/>
              <a:gd name="f63" fmla="*/ f48 1 f26"/>
              <a:gd name="f64" fmla="*/ f49 1 f25"/>
              <a:gd name="f65" fmla="*/ f50 f16 1"/>
              <a:gd name="f66" fmla="*/ f51 f16 1"/>
              <a:gd name="f67" fmla="*/ f53 f17 1"/>
              <a:gd name="f68" fmla="*/ f52 f17 1"/>
              <a:gd name="f69" fmla="*/ f54 f16 1"/>
              <a:gd name="f70" fmla="*/ f55 f17 1"/>
              <a:gd name="f71" fmla="*/ f56 f16 1"/>
              <a:gd name="f72" fmla="*/ f57 f17 1"/>
              <a:gd name="f73" fmla="*/ f58 f16 1"/>
              <a:gd name="f74" fmla="*/ f59 f16 1"/>
              <a:gd name="f75" fmla="*/ f60 f16 1"/>
              <a:gd name="f76" fmla="*/ f61 f17 1"/>
              <a:gd name="f77" fmla="*/ f62 f16 1"/>
              <a:gd name="f78" fmla="*/ f63 f17 1"/>
              <a:gd name="f79" fmla="*/ f64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8">
                <a:pos x="f69" y="f70"/>
              </a:cxn>
              <a:cxn ang="f38">
                <a:pos x="f71" y="f70"/>
              </a:cxn>
              <a:cxn ang="f38">
                <a:pos x="f71" y="f72"/>
              </a:cxn>
              <a:cxn ang="f38">
                <a:pos x="f73" y="f72"/>
              </a:cxn>
              <a:cxn ang="f38">
                <a:pos x="f74" y="f72"/>
              </a:cxn>
              <a:cxn ang="f38">
                <a:pos x="f75" y="f72"/>
              </a:cxn>
              <a:cxn ang="f38">
                <a:pos x="f75" y="f76"/>
              </a:cxn>
              <a:cxn ang="f38">
                <a:pos x="f77" y="f78"/>
              </a:cxn>
              <a:cxn ang="f38">
                <a:pos x="f79" y="f78"/>
              </a:cxn>
            </a:cxnLst>
            <a:rect l="f65" t="f68" r="f66" b="f67"/>
            <a:pathLst>
              <a:path w="12208298" h="6858000">
                <a:moveTo>
                  <a:pt x="f8" y="f5"/>
                </a:moveTo>
                <a:lnTo>
                  <a:pt x="f5" y="f5"/>
                </a:lnTo>
                <a:lnTo>
                  <a:pt x="f5" y="f7"/>
                </a:lnTo>
                <a:lnTo>
                  <a:pt x="f9" y="f7"/>
                </a:lnTo>
                <a:lnTo>
                  <a:pt x="f10" y="f7"/>
                </a:lnTo>
                <a:lnTo>
                  <a:pt x="f6" y="f7"/>
                </a:lnTo>
                <a:lnTo>
                  <a:pt x="f6" y="f11"/>
                </a:lnTo>
                <a:lnTo>
                  <a:pt x="f12" y="f13"/>
                </a:lnTo>
                <a:lnTo>
                  <a:pt x="f14" y="f13"/>
                </a:lnTo>
                <a:close/>
              </a:path>
            </a:pathLst>
          </a:custGeom>
          <a:solidFill>
            <a:srgbClr val="47C3D3">
              <a:alpha val="7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rme libre : Forme 15">
            <a:extLst>
              <a:ext uri="{FF2B5EF4-FFF2-40B4-BE49-F238E27FC236}">
                <a16:creationId xmlns:a16="http://schemas.microsoft.com/office/drawing/2014/main" id="{A870C0EA-DC7C-2D5A-063C-784A52500807}"/>
              </a:ext>
            </a:extLst>
          </p:cNvPr>
          <p:cNvSpPr/>
          <p:nvPr/>
        </p:nvSpPr>
        <p:spPr>
          <a:xfrm rot="5400013" flipH="1" flipV="1">
            <a:off x="2667003" y="-2667003"/>
            <a:ext cx="6858000" cy="1219200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58000"/>
              <a:gd name="f7" fmla="val 12192002"/>
              <a:gd name="f8" fmla="val 3871658"/>
              <a:gd name="f9" fmla="val 5363029"/>
              <a:gd name="f10" fmla="val 12192000"/>
              <a:gd name="f11" fmla="val 3539398"/>
              <a:gd name="f12" fmla="val 5566229"/>
              <a:gd name="f13" fmla="val 2026831"/>
              <a:gd name="f14" fmla="val 2575538"/>
              <a:gd name="f15" fmla="val 3871657"/>
              <a:gd name="f16" fmla="+- 0 0 -90"/>
              <a:gd name="f17" fmla="*/ f3 1 6858000"/>
              <a:gd name="f18" fmla="*/ f4 1 12192002"/>
              <a:gd name="f19" fmla="val f5"/>
              <a:gd name="f20" fmla="val f6"/>
              <a:gd name="f21" fmla="val f7"/>
              <a:gd name="f22" fmla="*/ f16 f0 1"/>
              <a:gd name="f23" fmla="+- f21 0 f19"/>
              <a:gd name="f24" fmla="+- f20 0 f19"/>
              <a:gd name="f25" fmla="*/ f22 1 f2"/>
              <a:gd name="f26" fmla="*/ f24 1 6858000"/>
              <a:gd name="f27" fmla="*/ f23 1 12192002"/>
              <a:gd name="f28" fmla="*/ 6858000 f24 1"/>
              <a:gd name="f29" fmla="*/ 3871658 f23 1"/>
              <a:gd name="f30" fmla="*/ 12192002 f23 1"/>
              <a:gd name="f31" fmla="*/ 5363029 f24 1"/>
              <a:gd name="f32" fmla="*/ 12192000 f23 1"/>
              <a:gd name="f33" fmla="*/ 0 f24 1"/>
              <a:gd name="f34" fmla="*/ 0 f23 1"/>
              <a:gd name="f35" fmla="*/ 3539398 f24 1"/>
              <a:gd name="f36" fmla="*/ 5566229 f24 1"/>
              <a:gd name="f37" fmla="*/ 2026831 f23 1"/>
              <a:gd name="f38" fmla="*/ 2575538 f23 1"/>
              <a:gd name="f39" fmla="*/ 3871657 f23 1"/>
              <a:gd name="f40" fmla="+- f25 0 f1"/>
              <a:gd name="f41" fmla="*/ f28 1 6858000"/>
              <a:gd name="f42" fmla="*/ f29 1 12192002"/>
              <a:gd name="f43" fmla="*/ f30 1 12192002"/>
              <a:gd name="f44" fmla="*/ f31 1 6858000"/>
              <a:gd name="f45" fmla="*/ f32 1 12192002"/>
              <a:gd name="f46" fmla="*/ f33 1 6858000"/>
              <a:gd name="f47" fmla="*/ f34 1 12192002"/>
              <a:gd name="f48" fmla="*/ f35 1 6858000"/>
              <a:gd name="f49" fmla="*/ f36 1 6858000"/>
              <a:gd name="f50" fmla="*/ f37 1 12192002"/>
              <a:gd name="f51" fmla="*/ f38 1 12192002"/>
              <a:gd name="f52" fmla="*/ f39 1 12192002"/>
              <a:gd name="f53" fmla="*/ f19 1 f26"/>
              <a:gd name="f54" fmla="*/ f20 1 f26"/>
              <a:gd name="f55" fmla="*/ f19 1 f27"/>
              <a:gd name="f56" fmla="*/ f21 1 f27"/>
              <a:gd name="f57" fmla="*/ f41 1 f26"/>
              <a:gd name="f58" fmla="*/ f42 1 f27"/>
              <a:gd name="f59" fmla="*/ f43 1 f27"/>
              <a:gd name="f60" fmla="*/ f44 1 f26"/>
              <a:gd name="f61" fmla="*/ f45 1 f27"/>
              <a:gd name="f62" fmla="*/ f46 1 f26"/>
              <a:gd name="f63" fmla="*/ f47 1 f27"/>
              <a:gd name="f64" fmla="*/ f48 1 f26"/>
              <a:gd name="f65" fmla="*/ f49 1 f26"/>
              <a:gd name="f66" fmla="*/ f50 1 f27"/>
              <a:gd name="f67" fmla="*/ f51 1 f27"/>
              <a:gd name="f68" fmla="*/ f52 1 f27"/>
              <a:gd name="f69" fmla="*/ f53 f17 1"/>
              <a:gd name="f70" fmla="*/ f54 f17 1"/>
              <a:gd name="f71" fmla="*/ f56 f18 1"/>
              <a:gd name="f72" fmla="*/ f55 f18 1"/>
              <a:gd name="f73" fmla="*/ f57 f17 1"/>
              <a:gd name="f74" fmla="*/ f58 f18 1"/>
              <a:gd name="f75" fmla="*/ f59 f18 1"/>
              <a:gd name="f76" fmla="*/ f60 f17 1"/>
              <a:gd name="f77" fmla="*/ f61 f18 1"/>
              <a:gd name="f78" fmla="*/ f62 f17 1"/>
              <a:gd name="f79" fmla="*/ f63 f18 1"/>
              <a:gd name="f80" fmla="*/ f64 f17 1"/>
              <a:gd name="f81" fmla="*/ f65 f17 1"/>
              <a:gd name="f82" fmla="*/ f66 f18 1"/>
              <a:gd name="f83" fmla="*/ f67 f18 1"/>
              <a:gd name="f84" fmla="*/ f68 f1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0">
                <a:pos x="f73" y="f74"/>
              </a:cxn>
              <a:cxn ang="f40">
                <a:pos x="f73" y="f75"/>
              </a:cxn>
              <a:cxn ang="f40">
                <a:pos x="f76" y="f75"/>
              </a:cxn>
              <a:cxn ang="f40">
                <a:pos x="f76" y="f77"/>
              </a:cxn>
              <a:cxn ang="f40">
                <a:pos x="f78" y="f77"/>
              </a:cxn>
              <a:cxn ang="f40">
                <a:pos x="f78" y="f79"/>
              </a:cxn>
              <a:cxn ang="f40">
                <a:pos x="f80" y="f79"/>
              </a:cxn>
              <a:cxn ang="f40">
                <a:pos x="f81" y="f82"/>
              </a:cxn>
              <a:cxn ang="f40">
                <a:pos x="f81" y="f83"/>
              </a:cxn>
              <a:cxn ang="f40">
                <a:pos x="f73" y="f84"/>
              </a:cxn>
              <a:cxn ang="f40">
                <a:pos x="f81" y="f84"/>
              </a:cxn>
              <a:cxn ang="f40">
                <a:pos x="f81" y="f74"/>
              </a:cxn>
            </a:cxnLst>
            <a:rect l="f69" t="f72" r="f70" b="f71"/>
            <a:pathLst>
              <a:path w="6858000" h="12192002">
                <a:moveTo>
                  <a:pt x="f6" y="f8"/>
                </a:moveTo>
                <a:lnTo>
                  <a:pt x="f6" y="f7"/>
                </a:lnTo>
                <a:lnTo>
                  <a:pt x="f9" y="f7"/>
                </a:lnTo>
                <a:lnTo>
                  <a:pt x="f9" y="f10"/>
                </a:lnTo>
                <a:lnTo>
                  <a:pt x="f5" y="f10"/>
                </a:lnTo>
                <a:lnTo>
                  <a:pt x="f5" y="f5"/>
                </a:lnTo>
                <a:lnTo>
                  <a:pt x="f11" y="f5"/>
                </a:lnTo>
                <a:lnTo>
                  <a:pt x="f12" y="f13"/>
                </a:lnTo>
                <a:lnTo>
                  <a:pt x="f12" y="f14"/>
                </a:lnTo>
                <a:lnTo>
                  <a:pt x="f6" y="f15"/>
                </a:lnTo>
                <a:lnTo>
                  <a:pt x="f12" y="f15"/>
                </a:lnTo>
                <a:lnTo>
                  <a:pt x="f12" y="f8"/>
                </a:lnTo>
                <a:close/>
              </a:path>
            </a:pathLst>
          </a:custGeom>
          <a:blipFill>
            <a:blip r:embed="rId2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Forme libre : Forme 19">
            <a:extLst>
              <a:ext uri="{FF2B5EF4-FFF2-40B4-BE49-F238E27FC236}">
                <a16:creationId xmlns:a16="http://schemas.microsoft.com/office/drawing/2014/main" id="{10539AAE-D25A-D907-CC42-62CAB49D2932}"/>
              </a:ext>
            </a:extLst>
          </p:cNvPr>
          <p:cNvSpPr/>
          <p:nvPr/>
        </p:nvSpPr>
        <p:spPr>
          <a:xfrm rot="5400013" flipH="1" flipV="1">
            <a:off x="2667003" y="-2667003"/>
            <a:ext cx="6858000" cy="1219200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58000"/>
              <a:gd name="f7" fmla="val 12192002"/>
              <a:gd name="f8" fmla="val 3871658"/>
              <a:gd name="f9" fmla="val 5363029"/>
              <a:gd name="f10" fmla="val 12192000"/>
              <a:gd name="f11" fmla="val 3539398"/>
              <a:gd name="f12" fmla="val 5566229"/>
              <a:gd name="f13" fmla="val 2026831"/>
              <a:gd name="f14" fmla="val 2575538"/>
              <a:gd name="f15" fmla="val 3871657"/>
              <a:gd name="f16" fmla="+- 0 0 -90"/>
              <a:gd name="f17" fmla="*/ f3 1 6858000"/>
              <a:gd name="f18" fmla="*/ f4 1 12192002"/>
              <a:gd name="f19" fmla="val f5"/>
              <a:gd name="f20" fmla="val f6"/>
              <a:gd name="f21" fmla="val f7"/>
              <a:gd name="f22" fmla="*/ f16 f0 1"/>
              <a:gd name="f23" fmla="+- f21 0 f19"/>
              <a:gd name="f24" fmla="+- f20 0 f19"/>
              <a:gd name="f25" fmla="*/ f22 1 f2"/>
              <a:gd name="f26" fmla="*/ f24 1 6858000"/>
              <a:gd name="f27" fmla="*/ f23 1 12192002"/>
              <a:gd name="f28" fmla="*/ 6858000 f24 1"/>
              <a:gd name="f29" fmla="*/ 3871658 f23 1"/>
              <a:gd name="f30" fmla="*/ 12192002 f23 1"/>
              <a:gd name="f31" fmla="*/ 5363029 f24 1"/>
              <a:gd name="f32" fmla="*/ 12192000 f23 1"/>
              <a:gd name="f33" fmla="*/ 0 f24 1"/>
              <a:gd name="f34" fmla="*/ 0 f23 1"/>
              <a:gd name="f35" fmla="*/ 3539398 f24 1"/>
              <a:gd name="f36" fmla="*/ 5566229 f24 1"/>
              <a:gd name="f37" fmla="*/ 2026831 f23 1"/>
              <a:gd name="f38" fmla="*/ 2575538 f23 1"/>
              <a:gd name="f39" fmla="*/ 3871657 f23 1"/>
              <a:gd name="f40" fmla="+- f25 0 f1"/>
              <a:gd name="f41" fmla="*/ f28 1 6858000"/>
              <a:gd name="f42" fmla="*/ f29 1 12192002"/>
              <a:gd name="f43" fmla="*/ f30 1 12192002"/>
              <a:gd name="f44" fmla="*/ f31 1 6858000"/>
              <a:gd name="f45" fmla="*/ f32 1 12192002"/>
              <a:gd name="f46" fmla="*/ f33 1 6858000"/>
              <a:gd name="f47" fmla="*/ f34 1 12192002"/>
              <a:gd name="f48" fmla="*/ f35 1 6858000"/>
              <a:gd name="f49" fmla="*/ f36 1 6858000"/>
              <a:gd name="f50" fmla="*/ f37 1 12192002"/>
              <a:gd name="f51" fmla="*/ f38 1 12192002"/>
              <a:gd name="f52" fmla="*/ f39 1 12192002"/>
              <a:gd name="f53" fmla="*/ f19 1 f26"/>
              <a:gd name="f54" fmla="*/ f20 1 f26"/>
              <a:gd name="f55" fmla="*/ f19 1 f27"/>
              <a:gd name="f56" fmla="*/ f21 1 f27"/>
              <a:gd name="f57" fmla="*/ f41 1 f26"/>
              <a:gd name="f58" fmla="*/ f42 1 f27"/>
              <a:gd name="f59" fmla="*/ f43 1 f27"/>
              <a:gd name="f60" fmla="*/ f44 1 f26"/>
              <a:gd name="f61" fmla="*/ f45 1 f27"/>
              <a:gd name="f62" fmla="*/ f46 1 f26"/>
              <a:gd name="f63" fmla="*/ f47 1 f27"/>
              <a:gd name="f64" fmla="*/ f48 1 f26"/>
              <a:gd name="f65" fmla="*/ f49 1 f26"/>
              <a:gd name="f66" fmla="*/ f50 1 f27"/>
              <a:gd name="f67" fmla="*/ f51 1 f27"/>
              <a:gd name="f68" fmla="*/ f52 1 f27"/>
              <a:gd name="f69" fmla="*/ f53 f17 1"/>
              <a:gd name="f70" fmla="*/ f54 f17 1"/>
              <a:gd name="f71" fmla="*/ f56 f18 1"/>
              <a:gd name="f72" fmla="*/ f55 f18 1"/>
              <a:gd name="f73" fmla="*/ f57 f17 1"/>
              <a:gd name="f74" fmla="*/ f58 f18 1"/>
              <a:gd name="f75" fmla="*/ f59 f18 1"/>
              <a:gd name="f76" fmla="*/ f60 f17 1"/>
              <a:gd name="f77" fmla="*/ f61 f18 1"/>
              <a:gd name="f78" fmla="*/ f62 f17 1"/>
              <a:gd name="f79" fmla="*/ f63 f18 1"/>
              <a:gd name="f80" fmla="*/ f64 f17 1"/>
              <a:gd name="f81" fmla="*/ f65 f17 1"/>
              <a:gd name="f82" fmla="*/ f66 f18 1"/>
              <a:gd name="f83" fmla="*/ f67 f18 1"/>
              <a:gd name="f84" fmla="*/ f68 f1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0">
                <a:pos x="f73" y="f74"/>
              </a:cxn>
              <a:cxn ang="f40">
                <a:pos x="f73" y="f75"/>
              </a:cxn>
              <a:cxn ang="f40">
                <a:pos x="f76" y="f75"/>
              </a:cxn>
              <a:cxn ang="f40">
                <a:pos x="f76" y="f77"/>
              </a:cxn>
              <a:cxn ang="f40">
                <a:pos x="f78" y="f77"/>
              </a:cxn>
              <a:cxn ang="f40">
                <a:pos x="f78" y="f79"/>
              </a:cxn>
              <a:cxn ang="f40">
                <a:pos x="f80" y="f79"/>
              </a:cxn>
              <a:cxn ang="f40">
                <a:pos x="f81" y="f82"/>
              </a:cxn>
              <a:cxn ang="f40">
                <a:pos x="f81" y="f83"/>
              </a:cxn>
              <a:cxn ang="f40">
                <a:pos x="f73" y="f84"/>
              </a:cxn>
              <a:cxn ang="f40">
                <a:pos x="f81" y="f84"/>
              </a:cxn>
              <a:cxn ang="f40">
                <a:pos x="f81" y="f74"/>
              </a:cxn>
            </a:cxnLst>
            <a:rect l="f69" t="f72" r="f70" b="f71"/>
            <a:pathLst>
              <a:path w="6858000" h="12192002">
                <a:moveTo>
                  <a:pt x="f6" y="f8"/>
                </a:moveTo>
                <a:lnTo>
                  <a:pt x="f6" y="f7"/>
                </a:lnTo>
                <a:lnTo>
                  <a:pt x="f9" y="f7"/>
                </a:lnTo>
                <a:lnTo>
                  <a:pt x="f9" y="f10"/>
                </a:lnTo>
                <a:lnTo>
                  <a:pt x="f5" y="f10"/>
                </a:lnTo>
                <a:lnTo>
                  <a:pt x="f5" y="f5"/>
                </a:lnTo>
                <a:lnTo>
                  <a:pt x="f11" y="f5"/>
                </a:lnTo>
                <a:lnTo>
                  <a:pt x="f12" y="f13"/>
                </a:lnTo>
                <a:lnTo>
                  <a:pt x="f12" y="f14"/>
                </a:lnTo>
                <a:lnTo>
                  <a:pt x="f6" y="f15"/>
                </a:lnTo>
                <a:lnTo>
                  <a:pt x="f12" y="f15"/>
                </a:lnTo>
                <a:lnTo>
                  <a:pt x="f12" y="f8"/>
                </a:lnTo>
                <a:close/>
              </a:path>
            </a:pathLst>
          </a:custGeom>
          <a:solidFill>
            <a:srgbClr val="003352">
              <a:alpha val="9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7CA62406-8156-FE18-B297-E6322942318A}"/>
              </a:ext>
            </a:extLst>
          </p:cNvPr>
          <p:cNvGrpSpPr/>
          <p:nvPr/>
        </p:nvGrpSpPr>
        <p:grpSpPr>
          <a:xfrm>
            <a:off x="0" y="-1"/>
            <a:ext cx="6881966" cy="6858877"/>
            <a:chOff x="0" y="-1"/>
            <a:chExt cx="6881966" cy="6858877"/>
          </a:xfrm>
        </p:grpSpPr>
        <p:sp>
          <p:nvSpPr>
            <p:cNvPr id="7" name="Triangle rectangle 16">
              <a:extLst>
                <a:ext uri="{FF2B5EF4-FFF2-40B4-BE49-F238E27FC236}">
                  <a16:creationId xmlns:a16="http://schemas.microsoft.com/office/drawing/2014/main" id="{39B503EB-E7F1-7D7E-421C-0C6925863A23}"/>
                </a:ext>
              </a:extLst>
            </p:cNvPr>
            <p:cNvSpPr/>
            <p:nvPr/>
          </p:nvSpPr>
          <p:spPr>
            <a:xfrm rot="16200004" flipH="1" flipV="1">
              <a:off x="11544" y="-11545"/>
              <a:ext cx="6858877" cy="688196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360"/>
                <a:gd name="f8" fmla="+- 0 0 -180"/>
                <a:gd name="f9" fmla="+- 0 0 -90"/>
                <a:gd name="f10" fmla="abs f3"/>
                <a:gd name="f11" fmla="abs f4"/>
                <a:gd name="f12" fmla="abs f5"/>
                <a:gd name="f13" fmla="val f6"/>
                <a:gd name="f14" fmla="*/ f7 f0 1"/>
                <a:gd name="f15" fmla="*/ f8 f0 1"/>
                <a:gd name="f16" fmla="*/ f9 f0 1"/>
                <a:gd name="f17" fmla="?: f10 f3 1"/>
                <a:gd name="f18" fmla="?: f11 f4 1"/>
                <a:gd name="f19" fmla="?: f12 f5 1"/>
                <a:gd name="f20" fmla="*/ f14 1 f2"/>
                <a:gd name="f21" fmla="*/ f15 1 f2"/>
                <a:gd name="f22" fmla="*/ f16 1 f2"/>
                <a:gd name="f23" fmla="*/ f17 1 21600"/>
                <a:gd name="f24" fmla="*/ f18 1 21600"/>
                <a:gd name="f25" fmla="*/ 21600 f17 1"/>
                <a:gd name="f26" fmla="*/ 21600 f18 1"/>
                <a:gd name="f27" fmla="+- f20 0 f1"/>
                <a:gd name="f28" fmla="+- f21 0 f1"/>
                <a:gd name="f29" fmla="+- f22 0 f1"/>
                <a:gd name="f30" fmla="min f24 f23"/>
                <a:gd name="f31" fmla="*/ f25 1 f19"/>
                <a:gd name="f32" fmla="*/ f26 1 f19"/>
                <a:gd name="f33" fmla="val f31"/>
                <a:gd name="f34" fmla="val f32"/>
                <a:gd name="f35" fmla="*/ f13 f30 1"/>
                <a:gd name="f36" fmla="+- f34 0 f13"/>
                <a:gd name="f37" fmla="+- f33 0 f13"/>
                <a:gd name="f38" fmla="*/ f34 f30 1"/>
                <a:gd name="f39" fmla="*/ f33 f30 1"/>
                <a:gd name="f40" fmla="*/ f36 1 2"/>
                <a:gd name="f41" fmla="*/ f37 1 2"/>
                <a:gd name="f42" fmla="*/ f37 1 12"/>
                <a:gd name="f43" fmla="*/ f36 7 1"/>
                <a:gd name="f44" fmla="*/ f37 7 1"/>
                <a:gd name="f45" fmla="*/ f36 11 1"/>
                <a:gd name="f46" fmla="+- f13 f40 0"/>
                <a:gd name="f47" fmla="+- f13 f41 0"/>
                <a:gd name="f48" fmla="*/ f43 1 12"/>
                <a:gd name="f49" fmla="*/ f44 1 12"/>
                <a:gd name="f50" fmla="*/ f45 1 12"/>
                <a:gd name="f51" fmla="*/ f42 f30 1"/>
                <a:gd name="f52" fmla="*/ f48 f30 1"/>
                <a:gd name="f53" fmla="*/ f49 f30 1"/>
                <a:gd name="f54" fmla="*/ f50 f30 1"/>
                <a:gd name="f55" fmla="*/ f47 f30 1"/>
                <a:gd name="f56" fmla="*/ f46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35" y="f35"/>
                </a:cxn>
                <a:cxn ang="f28">
                  <a:pos x="f35" y="f38"/>
                </a:cxn>
                <a:cxn ang="f28">
                  <a:pos x="f39" y="f38"/>
                </a:cxn>
                <a:cxn ang="f29">
                  <a:pos x="f55" y="f56"/>
                </a:cxn>
              </a:cxnLst>
              <a:rect l="f51" t="f52" r="f53" b="f54"/>
              <a:pathLst>
                <a:path>
                  <a:moveTo>
                    <a:pt x="f35" y="f38"/>
                  </a:moveTo>
                  <a:lnTo>
                    <a:pt x="f35" y="f35"/>
                  </a:lnTo>
                  <a:lnTo>
                    <a:pt x="f39" y="f38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8" name="Triangle droit 17">
              <a:extLst>
                <a:ext uri="{FF2B5EF4-FFF2-40B4-BE49-F238E27FC236}">
                  <a16:creationId xmlns:a16="http://schemas.microsoft.com/office/drawing/2014/main" id="{46590F7F-2D3C-2C29-EE72-3A3DA437EC42}"/>
                </a:ext>
              </a:extLst>
            </p:cNvPr>
            <p:cNvSpPr/>
            <p:nvPr/>
          </p:nvSpPr>
          <p:spPr>
            <a:xfrm rot="16200004" flipH="1" flipV="1">
              <a:off x="10758" y="-10758"/>
              <a:ext cx="6391034" cy="641255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360"/>
                <a:gd name="f8" fmla="+- 0 0 -180"/>
                <a:gd name="f9" fmla="+- 0 0 -90"/>
                <a:gd name="f10" fmla="abs f3"/>
                <a:gd name="f11" fmla="abs f4"/>
                <a:gd name="f12" fmla="abs f5"/>
                <a:gd name="f13" fmla="val f6"/>
                <a:gd name="f14" fmla="*/ f7 f0 1"/>
                <a:gd name="f15" fmla="*/ f8 f0 1"/>
                <a:gd name="f16" fmla="*/ f9 f0 1"/>
                <a:gd name="f17" fmla="?: f10 f3 1"/>
                <a:gd name="f18" fmla="?: f11 f4 1"/>
                <a:gd name="f19" fmla="?: f12 f5 1"/>
                <a:gd name="f20" fmla="*/ f14 1 f2"/>
                <a:gd name="f21" fmla="*/ f15 1 f2"/>
                <a:gd name="f22" fmla="*/ f16 1 f2"/>
                <a:gd name="f23" fmla="*/ f17 1 21600"/>
                <a:gd name="f24" fmla="*/ f18 1 21600"/>
                <a:gd name="f25" fmla="*/ 21600 f17 1"/>
                <a:gd name="f26" fmla="*/ 21600 f18 1"/>
                <a:gd name="f27" fmla="+- f20 0 f1"/>
                <a:gd name="f28" fmla="+- f21 0 f1"/>
                <a:gd name="f29" fmla="+- f22 0 f1"/>
                <a:gd name="f30" fmla="min f24 f23"/>
                <a:gd name="f31" fmla="*/ f25 1 f19"/>
                <a:gd name="f32" fmla="*/ f26 1 f19"/>
                <a:gd name="f33" fmla="val f31"/>
                <a:gd name="f34" fmla="val f32"/>
                <a:gd name="f35" fmla="*/ f13 f30 1"/>
                <a:gd name="f36" fmla="+- f34 0 f13"/>
                <a:gd name="f37" fmla="+- f33 0 f13"/>
                <a:gd name="f38" fmla="*/ f34 f30 1"/>
                <a:gd name="f39" fmla="*/ f33 f30 1"/>
                <a:gd name="f40" fmla="*/ f36 1 2"/>
                <a:gd name="f41" fmla="*/ f37 1 2"/>
                <a:gd name="f42" fmla="*/ f37 1 12"/>
                <a:gd name="f43" fmla="*/ f36 7 1"/>
                <a:gd name="f44" fmla="*/ f37 7 1"/>
                <a:gd name="f45" fmla="*/ f36 11 1"/>
                <a:gd name="f46" fmla="+- f13 f40 0"/>
                <a:gd name="f47" fmla="+- f13 f41 0"/>
                <a:gd name="f48" fmla="*/ f43 1 12"/>
                <a:gd name="f49" fmla="*/ f44 1 12"/>
                <a:gd name="f50" fmla="*/ f45 1 12"/>
                <a:gd name="f51" fmla="*/ f42 f30 1"/>
                <a:gd name="f52" fmla="*/ f48 f30 1"/>
                <a:gd name="f53" fmla="*/ f49 f30 1"/>
                <a:gd name="f54" fmla="*/ f50 f30 1"/>
                <a:gd name="f55" fmla="*/ f47 f30 1"/>
                <a:gd name="f56" fmla="*/ f46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35" y="f35"/>
                </a:cxn>
                <a:cxn ang="f28">
                  <a:pos x="f35" y="f38"/>
                </a:cxn>
                <a:cxn ang="f28">
                  <a:pos x="f39" y="f38"/>
                </a:cxn>
                <a:cxn ang="f29">
                  <a:pos x="f55" y="f56"/>
                </a:cxn>
              </a:cxnLst>
              <a:rect l="f51" t="f52" r="f53" b="f54"/>
              <a:pathLst>
                <a:path>
                  <a:moveTo>
                    <a:pt x="f35" y="f38"/>
                  </a:moveTo>
                  <a:lnTo>
                    <a:pt x="f35" y="f35"/>
                  </a:lnTo>
                  <a:lnTo>
                    <a:pt x="f39" y="f38"/>
                  </a:lnTo>
                  <a:close/>
                </a:path>
              </a:pathLst>
            </a:custGeom>
            <a:blipFill>
              <a:blip r:embed="rId3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" name="Triangle droit 18">
              <a:extLst>
                <a:ext uri="{FF2B5EF4-FFF2-40B4-BE49-F238E27FC236}">
                  <a16:creationId xmlns:a16="http://schemas.microsoft.com/office/drawing/2014/main" id="{C2C7DAB7-3893-B84D-A476-A70B2D4F99DA}"/>
                </a:ext>
              </a:extLst>
            </p:cNvPr>
            <p:cNvSpPr/>
            <p:nvPr/>
          </p:nvSpPr>
          <p:spPr>
            <a:xfrm rot="16200004" flipH="1" flipV="1">
              <a:off x="9821" y="-9820"/>
              <a:ext cx="5831494" cy="58511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360"/>
                <a:gd name="f8" fmla="+- 0 0 -180"/>
                <a:gd name="f9" fmla="+- 0 0 -90"/>
                <a:gd name="f10" fmla="abs f3"/>
                <a:gd name="f11" fmla="abs f4"/>
                <a:gd name="f12" fmla="abs f5"/>
                <a:gd name="f13" fmla="val f6"/>
                <a:gd name="f14" fmla="*/ f7 f0 1"/>
                <a:gd name="f15" fmla="*/ f8 f0 1"/>
                <a:gd name="f16" fmla="*/ f9 f0 1"/>
                <a:gd name="f17" fmla="?: f10 f3 1"/>
                <a:gd name="f18" fmla="?: f11 f4 1"/>
                <a:gd name="f19" fmla="?: f12 f5 1"/>
                <a:gd name="f20" fmla="*/ f14 1 f2"/>
                <a:gd name="f21" fmla="*/ f15 1 f2"/>
                <a:gd name="f22" fmla="*/ f16 1 f2"/>
                <a:gd name="f23" fmla="*/ f17 1 21600"/>
                <a:gd name="f24" fmla="*/ f18 1 21600"/>
                <a:gd name="f25" fmla="*/ 21600 f17 1"/>
                <a:gd name="f26" fmla="*/ 21600 f18 1"/>
                <a:gd name="f27" fmla="+- f20 0 f1"/>
                <a:gd name="f28" fmla="+- f21 0 f1"/>
                <a:gd name="f29" fmla="+- f22 0 f1"/>
                <a:gd name="f30" fmla="min f24 f23"/>
                <a:gd name="f31" fmla="*/ f25 1 f19"/>
                <a:gd name="f32" fmla="*/ f26 1 f19"/>
                <a:gd name="f33" fmla="val f31"/>
                <a:gd name="f34" fmla="val f32"/>
                <a:gd name="f35" fmla="*/ f13 f30 1"/>
                <a:gd name="f36" fmla="+- f34 0 f13"/>
                <a:gd name="f37" fmla="+- f33 0 f13"/>
                <a:gd name="f38" fmla="*/ f34 f30 1"/>
                <a:gd name="f39" fmla="*/ f33 f30 1"/>
                <a:gd name="f40" fmla="*/ f36 1 2"/>
                <a:gd name="f41" fmla="*/ f37 1 2"/>
                <a:gd name="f42" fmla="*/ f37 1 12"/>
                <a:gd name="f43" fmla="*/ f36 7 1"/>
                <a:gd name="f44" fmla="*/ f37 7 1"/>
                <a:gd name="f45" fmla="*/ f36 11 1"/>
                <a:gd name="f46" fmla="+- f13 f40 0"/>
                <a:gd name="f47" fmla="+- f13 f41 0"/>
                <a:gd name="f48" fmla="*/ f43 1 12"/>
                <a:gd name="f49" fmla="*/ f44 1 12"/>
                <a:gd name="f50" fmla="*/ f45 1 12"/>
                <a:gd name="f51" fmla="*/ f42 f30 1"/>
                <a:gd name="f52" fmla="*/ f48 f30 1"/>
                <a:gd name="f53" fmla="*/ f49 f30 1"/>
                <a:gd name="f54" fmla="*/ f50 f30 1"/>
                <a:gd name="f55" fmla="*/ f47 f30 1"/>
                <a:gd name="f56" fmla="*/ f46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35" y="f35"/>
                </a:cxn>
                <a:cxn ang="f28">
                  <a:pos x="f35" y="f38"/>
                </a:cxn>
                <a:cxn ang="f28">
                  <a:pos x="f39" y="f38"/>
                </a:cxn>
                <a:cxn ang="f29">
                  <a:pos x="f55" y="f56"/>
                </a:cxn>
              </a:cxnLst>
              <a:rect l="f51" t="f52" r="f53" b="f54"/>
              <a:pathLst>
                <a:path>
                  <a:moveTo>
                    <a:pt x="f35" y="f38"/>
                  </a:moveTo>
                  <a:lnTo>
                    <a:pt x="f35" y="f35"/>
                  </a:lnTo>
                  <a:lnTo>
                    <a:pt x="f39" y="f38"/>
                  </a:lnTo>
                  <a:close/>
                </a:path>
              </a:pathLst>
            </a:custGeom>
            <a:solidFill>
              <a:srgbClr val="47C3D3">
                <a:alpha val="80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0" name="Titre 1">
            <a:extLst>
              <a:ext uri="{FF2B5EF4-FFF2-40B4-BE49-F238E27FC236}">
                <a16:creationId xmlns:a16="http://schemas.microsoft.com/office/drawing/2014/main" id="{745FF942-0FB9-07C6-8357-463D9265EC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17246" y="2807208"/>
            <a:ext cx="4945596" cy="1243584"/>
          </a:xfrm>
        </p:spPr>
        <p:txBody>
          <a:bodyPr>
            <a:noAutofit/>
          </a:bodyPr>
          <a:lstStyle>
            <a:lvl1pPr>
              <a:defRPr sz="5400" b="1">
                <a:solidFill>
                  <a:srgbClr val="FFFFFF"/>
                </a:solidFill>
                <a:ea typeface="Tahoma" pitchFamily="34"/>
                <a:cs typeface="Tahoma" pitchFamily="34"/>
              </a:defRPr>
            </a:lvl1pPr>
          </a:lstStyle>
          <a:p>
            <a:pPr lvl="0"/>
            <a:r>
              <a:rPr lang="fr-FR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914670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rci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20">
            <a:extLst>
              <a:ext uri="{FF2B5EF4-FFF2-40B4-BE49-F238E27FC236}">
                <a16:creationId xmlns:a16="http://schemas.microsoft.com/office/drawing/2014/main" id="{53D125E4-0BA2-CCF2-0DD2-0EB484309FD4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65A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Forme libre : Forme 14">
            <a:extLst>
              <a:ext uri="{FF2B5EF4-FFF2-40B4-BE49-F238E27FC236}">
                <a16:creationId xmlns:a16="http://schemas.microsoft.com/office/drawing/2014/main" id="{E591F56D-A0F9-033B-DA1B-0CCC147CD17E}"/>
              </a:ext>
            </a:extLst>
          </p:cNvPr>
          <p:cNvSpPr/>
          <p:nvPr/>
        </p:nvSpPr>
        <p:spPr>
          <a:xfrm flipH="1">
            <a:off x="-16294" y="0"/>
            <a:ext cx="1220830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208298"/>
              <a:gd name="f7" fmla="val 6858000"/>
              <a:gd name="f8" fmla="val 8574289"/>
              <a:gd name="f9" fmla="val 532109"/>
              <a:gd name="f10" fmla="val 11495317"/>
              <a:gd name="f11" fmla="val 3146781"/>
              <a:gd name="f12" fmla="val 10353284"/>
              <a:gd name="f13" fmla="val 1291767"/>
              <a:gd name="f14" fmla="val 9866056"/>
              <a:gd name="f15" fmla="+- 0 0 -90"/>
              <a:gd name="f16" fmla="*/ f3 1 12208298"/>
              <a:gd name="f17" fmla="*/ f4 1 6858000"/>
              <a:gd name="f18" fmla="val f5"/>
              <a:gd name="f19" fmla="val f6"/>
              <a:gd name="f20" fmla="val f7"/>
              <a:gd name="f21" fmla="*/ f15 f0 1"/>
              <a:gd name="f22" fmla="+- f20 0 f18"/>
              <a:gd name="f23" fmla="+- f19 0 f18"/>
              <a:gd name="f24" fmla="*/ f21 1 f2"/>
              <a:gd name="f25" fmla="*/ f23 1 12208298"/>
              <a:gd name="f26" fmla="*/ f22 1 6858000"/>
              <a:gd name="f27" fmla="*/ 8574289 f23 1"/>
              <a:gd name="f28" fmla="*/ 0 f22 1"/>
              <a:gd name="f29" fmla="*/ 0 f23 1"/>
              <a:gd name="f30" fmla="*/ 6858000 f22 1"/>
              <a:gd name="f31" fmla="*/ 532109 f23 1"/>
              <a:gd name="f32" fmla="*/ 11495317 f23 1"/>
              <a:gd name="f33" fmla="*/ 12208298 f23 1"/>
              <a:gd name="f34" fmla="*/ 3146781 f22 1"/>
              <a:gd name="f35" fmla="*/ 10353284 f23 1"/>
              <a:gd name="f36" fmla="*/ 1291767 f22 1"/>
              <a:gd name="f37" fmla="*/ 9866056 f23 1"/>
              <a:gd name="f38" fmla="+- f24 0 f1"/>
              <a:gd name="f39" fmla="*/ f27 1 12208298"/>
              <a:gd name="f40" fmla="*/ f28 1 6858000"/>
              <a:gd name="f41" fmla="*/ f29 1 12208298"/>
              <a:gd name="f42" fmla="*/ f30 1 6858000"/>
              <a:gd name="f43" fmla="*/ f31 1 12208298"/>
              <a:gd name="f44" fmla="*/ f32 1 12208298"/>
              <a:gd name="f45" fmla="*/ f33 1 12208298"/>
              <a:gd name="f46" fmla="*/ f34 1 6858000"/>
              <a:gd name="f47" fmla="*/ f35 1 12208298"/>
              <a:gd name="f48" fmla="*/ f36 1 6858000"/>
              <a:gd name="f49" fmla="*/ f37 1 12208298"/>
              <a:gd name="f50" fmla="*/ f18 1 f25"/>
              <a:gd name="f51" fmla="*/ f19 1 f25"/>
              <a:gd name="f52" fmla="*/ f18 1 f26"/>
              <a:gd name="f53" fmla="*/ f20 1 f26"/>
              <a:gd name="f54" fmla="*/ f39 1 f25"/>
              <a:gd name="f55" fmla="*/ f40 1 f26"/>
              <a:gd name="f56" fmla="*/ f41 1 f25"/>
              <a:gd name="f57" fmla="*/ f42 1 f26"/>
              <a:gd name="f58" fmla="*/ f43 1 f25"/>
              <a:gd name="f59" fmla="*/ f44 1 f25"/>
              <a:gd name="f60" fmla="*/ f45 1 f25"/>
              <a:gd name="f61" fmla="*/ f46 1 f26"/>
              <a:gd name="f62" fmla="*/ f47 1 f25"/>
              <a:gd name="f63" fmla="*/ f48 1 f26"/>
              <a:gd name="f64" fmla="*/ f49 1 f25"/>
              <a:gd name="f65" fmla="*/ f50 f16 1"/>
              <a:gd name="f66" fmla="*/ f51 f16 1"/>
              <a:gd name="f67" fmla="*/ f53 f17 1"/>
              <a:gd name="f68" fmla="*/ f52 f17 1"/>
              <a:gd name="f69" fmla="*/ f54 f16 1"/>
              <a:gd name="f70" fmla="*/ f55 f17 1"/>
              <a:gd name="f71" fmla="*/ f56 f16 1"/>
              <a:gd name="f72" fmla="*/ f57 f17 1"/>
              <a:gd name="f73" fmla="*/ f58 f16 1"/>
              <a:gd name="f74" fmla="*/ f59 f16 1"/>
              <a:gd name="f75" fmla="*/ f60 f16 1"/>
              <a:gd name="f76" fmla="*/ f61 f17 1"/>
              <a:gd name="f77" fmla="*/ f62 f16 1"/>
              <a:gd name="f78" fmla="*/ f63 f17 1"/>
              <a:gd name="f79" fmla="*/ f64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8">
                <a:pos x="f69" y="f70"/>
              </a:cxn>
              <a:cxn ang="f38">
                <a:pos x="f71" y="f70"/>
              </a:cxn>
              <a:cxn ang="f38">
                <a:pos x="f71" y="f72"/>
              </a:cxn>
              <a:cxn ang="f38">
                <a:pos x="f73" y="f72"/>
              </a:cxn>
              <a:cxn ang="f38">
                <a:pos x="f74" y="f72"/>
              </a:cxn>
              <a:cxn ang="f38">
                <a:pos x="f75" y="f72"/>
              </a:cxn>
              <a:cxn ang="f38">
                <a:pos x="f75" y="f76"/>
              </a:cxn>
              <a:cxn ang="f38">
                <a:pos x="f77" y="f78"/>
              </a:cxn>
              <a:cxn ang="f38">
                <a:pos x="f79" y="f78"/>
              </a:cxn>
            </a:cxnLst>
            <a:rect l="f65" t="f68" r="f66" b="f67"/>
            <a:pathLst>
              <a:path w="12208298" h="6858000">
                <a:moveTo>
                  <a:pt x="f8" y="f5"/>
                </a:moveTo>
                <a:lnTo>
                  <a:pt x="f5" y="f5"/>
                </a:lnTo>
                <a:lnTo>
                  <a:pt x="f5" y="f7"/>
                </a:lnTo>
                <a:lnTo>
                  <a:pt x="f9" y="f7"/>
                </a:lnTo>
                <a:lnTo>
                  <a:pt x="f10" y="f7"/>
                </a:lnTo>
                <a:lnTo>
                  <a:pt x="f6" y="f7"/>
                </a:lnTo>
                <a:lnTo>
                  <a:pt x="f6" y="f11"/>
                </a:lnTo>
                <a:lnTo>
                  <a:pt x="f12" y="f13"/>
                </a:lnTo>
                <a:lnTo>
                  <a:pt x="f14" y="f13"/>
                </a:lnTo>
                <a:close/>
              </a:path>
            </a:pathLst>
          </a:custGeom>
          <a:solidFill>
            <a:srgbClr val="47C3D3">
              <a:alpha val="7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rme libre : Forme 15">
            <a:extLst>
              <a:ext uri="{FF2B5EF4-FFF2-40B4-BE49-F238E27FC236}">
                <a16:creationId xmlns:a16="http://schemas.microsoft.com/office/drawing/2014/main" id="{C6F19CD3-F8F5-E263-C72B-ABDFFCF96734}"/>
              </a:ext>
            </a:extLst>
          </p:cNvPr>
          <p:cNvSpPr/>
          <p:nvPr/>
        </p:nvSpPr>
        <p:spPr>
          <a:xfrm rot="5400013" flipH="1" flipV="1">
            <a:off x="2667003" y="-2667003"/>
            <a:ext cx="6858000" cy="1219200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58000"/>
              <a:gd name="f7" fmla="val 12192002"/>
              <a:gd name="f8" fmla="val 3871658"/>
              <a:gd name="f9" fmla="val 5363029"/>
              <a:gd name="f10" fmla="val 12192000"/>
              <a:gd name="f11" fmla="val 3539398"/>
              <a:gd name="f12" fmla="val 5566229"/>
              <a:gd name="f13" fmla="val 2026831"/>
              <a:gd name="f14" fmla="val 2575538"/>
              <a:gd name="f15" fmla="val 3871657"/>
              <a:gd name="f16" fmla="+- 0 0 -90"/>
              <a:gd name="f17" fmla="*/ f3 1 6858000"/>
              <a:gd name="f18" fmla="*/ f4 1 12192002"/>
              <a:gd name="f19" fmla="val f5"/>
              <a:gd name="f20" fmla="val f6"/>
              <a:gd name="f21" fmla="val f7"/>
              <a:gd name="f22" fmla="*/ f16 f0 1"/>
              <a:gd name="f23" fmla="+- f21 0 f19"/>
              <a:gd name="f24" fmla="+- f20 0 f19"/>
              <a:gd name="f25" fmla="*/ f22 1 f2"/>
              <a:gd name="f26" fmla="*/ f24 1 6858000"/>
              <a:gd name="f27" fmla="*/ f23 1 12192002"/>
              <a:gd name="f28" fmla="*/ 6858000 f24 1"/>
              <a:gd name="f29" fmla="*/ 3871658 f23 1"/>
              <a:gd name="f30" fmla="*/ 12192002 f23 1"/>
              <a:gd name="f31" fmla="*/ 5363029 f24 1"/>
              <a:gd name="f32" fmla="*/ 12192000 f23 1"/>
              <a:gd name="f33" fmla="*/ 0 f24 1"/>
              <a:gd name="f34" fmla="*/ 0 f23 1"/>
              <a:gd name="f35" fmla="*/ 3539398 f24 1"/>
              <a:gd name="f36" fmla="*/ 5566229 f24 1"/>
              <a:gd name="f37" fmla="*/ 2026831 f23 1"/>
              <a:gd name="f38" fmla="*/ 2575538 f23 1"/>
              <a:gd name="f39" fmla="*/ 3871657 f23 1"/>
              <a:gd name="f40" fmla="+- f25 0 f1"/>
              <a:gd name="f41" fmla="*/ f28 1 6858000"/>
              <a:gd name="f42" fmla="*/ f29 1 12192002"/>
              <a:gd name="f43" fmla="*/ f30 1 12192002"/>
              <a:gd name="f44" fmla="*/ f31 1 6858000"/>
              <a:gd name="f45" fmla="*/ f32 1 12192002"/>
              <a:gd name="f46" fmla="*/ f33 1 6858000"/>
              <a:gd name="f47" fmla="*/ f34 1 12192002"/>
              <a:gd name="f48" fmla="*/ f35 1 6858000"/>
              <a:gd name="f49" fmla="*/ f36 1 6858000"/>
              <a:gd name="f50" fmla="*/ f37 1 12192002"/>
              <a:gd name="f51" fmla="*/ f38 1 12192002"/>
              <a:gd name="f52" fmla="*/ f39 1 12192002"/>
              <a:gd name="f53" fmla="*/ f19 1 f26"/>
              <a:gd name="f54" fmla="*/ f20 1 f26"/>
              <a:gd name="f55" fmla="*/ f19 1 f27"/>
              <a:gd name="f56" fmla="*/ f21 1 f27"/>
              <a:gd name="f57" fmla="*/ f41 1 f26"/>
              <a:gd name="f58" fmla="*/ f42 1 f27"/>
              <a:gd name="f59" fmla="*/ f43 1 f27"/>
              <a:gd name="f60" fmla="*/ f44 1 f26"/>
              <a:gd name="f61" fmla="*/ f45 1 f27"/>
              <a:gd name="f62" fmla="*/ f46 1 f26"/>
              <a:gd name="f63" fmla="*/ f47 1 f27"/>
              <a:gd name="f64" fmla="*/ f48 1 f26"/>
              <a:gd name="f65" fmla="*/ f49 1 f26"/>
              <a:gd name="f66" fmla="*/ f50 1 f27"/>
              <a:gd name="f67" fmla="*/ f51 1 f27"/>
              <a:gd name="f68" fmla="*/ f52 1 f27"/>
              <a:gd name="f69" fmla="*/ f53 f17 1"/>
              <a:gd name="f70" fmla="*/ f54 f17 1"/>
              <a:gd name="f71" fmla="*/ f56 f18 1"/>
              <a:gd name="f72" fmla="*/ f55 f18 1"/>
              <a:gd name="f73" fmla="*/ f57 f17 1"/>
              <a:gd name="f74" fmla="*/ f58 f18 1"/>
              <a:gd name="f75" fmla="*/ f59 f18 1"/>
              <a:gd name="f76" fmla="*/ f60 f17 1"/>
              <a:gd name="f77" fmla="*/ f61 f18 1"/>
              <a:gd name="f78" fmla="*/ f62 f17 1"/>
              <a:gd name="f79" fmla="*/ f63 f18 1"/>
              <a:gd name="f80" fmla="*/ f64 f17 1"/>
              <a:gd name="f81" fmla="*/ f65 f17 1"/>
              <a:gd name="f82" fmla="*/ f66 f18 1"/>
              <a:gd name="f83" fmla="*/ f67 f18 1"/>
              <a:gd name="f84" fmla="*/ f68 f1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0">
                <a:pos x="f73" y="f74"/>
              </a:cxn>
              <a:cxn ang="f40">
                <a:pos x="f73" y="f75"/>
              </a:cxn>
              <a:cxn ang="f40">
                <a:pos x="f76" y="f75"/>
              </a:cxn>
              <a:cxn ang="f40">
                <a:pos x="f76" y="f77"/>
              </a:cxn>
              <a:cxn ang="f40">
                <a:pos x="f78" y="f77"/>
              </a:cxn>
              <a:cxn ang="f40">
                <a:pos x="f78" y="f79"/>
              </a:cxn>
              <a:cxn ang="f40">
                <a:pos x="f80" y="f79"/>
              </a:cxn>
              <a:cxn ang="f40">
                <a:pos x="f81" y="f82"/>
              </a:cxn>
              <a:cxn ang="f40">
                <a:pos x="f81" y="f83"/>
              </a:cxn>
              <a:cxn ang="f40">
                <a:pos x="f73" y="f84"/>
              </a:cxn>
              <a:cxn ang="f40">
                <a:pos x="f81" y="f84"/>
              </a:cxn>
              <a:cxn ang="f40">
                <a:pos x="f81" y="f74"/>
              </a:cxn>
            </a:cxnLst>
            <a:rect l="f69" t="f72" r="f70" b="f71"/>
            <a:pathLst>
              <a:path w="6858000" h="12192002">
                <a:moveTo>
                  <a:pt x="f6" y="f8"/>
                </a:moveTo>
                <a:lnTo>
                  <a:pt x="f6" y="f7"/>
                </a:lnTo>
                <a:lnTo>
                  <a:pt x="f9" y="f7"/>
                </a:lnTo>
                <a:lnTo>
                  <a:pt x="f9" y="f10"/>
                </a:lnTo>
                <a:lnTo>
                  <a:pt x="f5" y="f10"/>
                </a:lnTo>
                <a:lnTo>
                  <a:pt x="f5" y="f5"/>
                </a:lnTo>
                <a:lnTo>
                  <a:pt x="f11" y="f5"/>
                </a:lnTo>
                <a:lnTo>
                  <a:pt x="f12" y="f13"/>
                </a:lnTo>
                <a:lnTo>
                  <a:pt x="f12" y="f14"/>
                </a:lnTo>
                <a:lnTo>
                  <a:pt x="f6" y="f15"/>
                </a:lnTo>
                <a:lnTo>
                  <a:pt x="f12" y="f15"/>
                </a:lnTo>
                <a:lnTo>
                  <a:pt x="f12" y="f8"/>
                </a:lnTo>
                <a:close/>
              </a:path>
            </a:pathLst>
          </a:custGeom>
          <a:blipFill>
            <a:blip r:embed="rId2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Forme libre : Forme 19">
            <a:extLst>
              <a:ext uri="{FF2B5EF4-FFF2-40B4-BE49-F238E27FC236}">
                <a16:creationId xmlns:a16="http://schemas.microsoft.com/office/drawing/2014/main" id="{A3F20656-7913-BD08-9D34-D4A808A3A5AA}"/>
              </a:ext>
            </a:extLst>
          </p:cNvPr>
          <p:cNvSpPr/>
          <p:nvPr/>
        </p:nvSpPr>
        <p:spPr>
          <a:xfrm rot="5400013" flipH="1" flipV="1">
            <a:off x="2667003" y="-2667003"/>
            <a:ext cx="6858000" cy="1219200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58000"/>
              <a:gd name="f7" fmla="val 12192002"/>
              <a:gd name="f8" fmla="val 3871658"/>
              <a:gd name="f9" fmla="val 5363029"/>
              <a:gd name="f10" fmla="val 12192000"/>
              <a:gd name="f11" fmla="val 3539398"/>
              <a:gd name="f12" fmla="val 5566229"/>
              <a:gd name="f13" fmla="val 2026831"/>
              <a:gd name="f14" fmla="val 2575538"/>
              <a:gd name="f15" fmla="val 3871657"/>
              <a:gd name="f16" fmla="+- 0 0 -90"/>
              <a:gd name="f17" fmla="*/ f3 1 6858000"/>
              <a:gd name="f18" fmla="*/ f4 1 12192002"/>
              <a:gd name="f19" fmla="val f5"/>
              <a:gd name="f20" fmla="val f6"/>
              <a:gd name="f21" fmla="val f7"/>
              <a:gd name="f22" fmla="*/ f16 f0 1"/>
              <a:gd name="f23" fmla="+- f21 0 f19"/>
              <a:gd name="f24" fmla="+- f20 0 f19"/>
              <a:gd name="f25" fmla="*/ f22 1 f2"/>
              <a:gd name="f26" fmla="*/ f24 1 6858000"/>
              <a:gd name="f27" fmla="*/ f23 1 12192002"/>
              <a:gd name="f28" fmla="*/ 6858000 f24 1"/>
              <a:gd name="f29" fmla="*/ 3871658 f23 1"/>
              <a:gd name="f30" fmla="*/ 12192002 f23 1"/>
              <a:gd name="f31" fmla="*/ 5363029 f24 1"/>
              <a:gd name="f32" fmla="*/ 12192000 f23 1"/>
              <a:gd name="f33" fmla="*/ 0 f24 1"/>
              <a:gd name="f34" fmla="*/ 0 f23 1"/>
              <a:gd name="f35" fmla="*/ 3539398 f24 1"/>
              <a:gd name="f36" fmla="*/ 5566229 f24 1"/>
              <a:gd name="f37" fmla="*/ 2026831 f23 1"/>
              <a:gd name="f38" fmla="*/ 2575538 f23 1"/>
              <a:gd name="f39" fmla="*/ 3871657 f23 1"/>
              <a:gd name="f40" fmla="+- f25 0 f1"/>
              <a:gd name="f41" fmla="*/ f28 1 6858000"/>
              <a:gd name="f42" fmla="*/ f29 1 12192002"/>
              <a:gd name="f43" fmla="*/ f30 1 12192002"/>
              <a:gd name="f44" fmla="*/ f31 1 6858000"/>
              <a:gd name="f45" fmla="*/ f32 1 12192002"/>
              <a:gd name="f46" fmla="*/ f33 1 6858000"/>
              <a:gd name="f47" fmla="*/ f34 1 12192002"/>
              <a:gd name="f48" fmla="*/ f35 1 6858000"/>
              <a:gd name="f49" fmla="*/ f36 1 6858000"/>
              <a:gd name="f50" fmla="*/ f37 1 12192002"/>
              <a:gd name="f51" fmla="*/ f38 1 12192002"/>
              <a:gd name="f52" fmla="*/ f39 1 12192002"/>
              <a:gd name="f53" fmla="*/ f19 1 f26"/>
              <a:gd name="f54" fmla="*/ f20 1 f26"/>
              <a:gd name="f55" fmla="*/ f19 1 f27"/>
              <a:gd name="f56" fmla="*/ f21 1 f27"/>
              <a:gd name="f57" fmla="*/ f41 1 f26"/>
              <a:gd name="f58" fmla="*/ f42 1 f27"/>
              <a:gd name="f59" fmla="*/ f43 1 f27"/>
              <a:gd name="f60" fmla="*/ f44 1 f26"/>
              <a:gd name="f61" fmla="*/ f45 1 f27"/>
              <a:gd name="f62" fmla="*/ f46 1 f26"/>
              <a:gd name="f63" fmla="*/ f47 1 f27"/>
              <a:gd name="f64" fmla="*/ f48 1 f26"/>
              <a:gd name="f65" fmla="*/ f49 1 f26"/>
              <a:gd name="f66" fmla="*/ f50 1 f27"/>
              <a:gd name="f67" fmla="*/ f51 1 f27"/>
              <a:gd name="f68" fmla="*/ f52 1 f27"/>
              <a:gd name="f69" fmla="*/ f53 f17 1"/>
              <a:gd name="f70" fmla="*/ f54 f17 1"/>
              <a:gd name="f71" fmla="*/ f56 f18 1"/>
              <a:gd name="f72" fmla="*/ f55 f18 1"/>
              <a:gd name="f73" fmla="*/ f57 f17 1"/>
              <a:gd name="f74" fmla="*/ f58 f18 1"/>
              <a:gd name="f75" fmla="*/ f59 f18 1"/>
              <a:gd name="f76" fmla="*/ f60 f17 1"/>
              <a:gd name="f77" fmla="*/ f61 f18 1"/>
              <a:gd name="f78" fmla="*/ f62 f17 1"/>
              <a:gd name="f79" fmla="*/ f63 f18 1"/>
              <a:gd name="f80" fmla="*/ f64 f17 1"/>
              <a:gd name="f81" fmla="*/ f65 f17 1"/>
              <a:gd name="f82" fmla="*/ f66 f18 1"/>
              <a:gd name="f83" fmla="*/ f67 f18 1"/>
              <a:gd name="f84" fmla="*/ f68 f1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0">
                <a:pos x="f73" y="f74"/>
              </a:cxn>
              <a:cxn ang="f40">
                <a:pos x="f73" y="f75"/>
              </a:cxn>
              <a:cxn ang="f40">
                <a:pos x="f76" y="f75"/>
              </a:cxn>
              <a:cxn ang="f40">
                <a:pos x="f76" y="f77"/>
              </a:cxn>
              <a:cxn ang="f40">
                <a:pos x="f78" y="f77"/>
              </a:cxn>
              <a:cxn ang="f40">
                <a:pos x="f78" y="f79"/>
              </a:cxn>
              <a:cxn ang="f40">
                <a:pos x="f80" y="f79"/>
              </a:cxn>
              <a:cxn ang="f40">
                <a:pos x="f81" y="f82"/>
              </a:cxn>
              <a:cxn ang="f40">
                <a:pos x="f81" y="f83"/>
              </a:cxn>
              <a:cxn ang="f40">
                <a:pos x="f73" y="f84"/>
              </a:cxn>
              <a:cxn ang="f40">
                <a:pos x="f81" y="f84"/>
              </a:cxn>
              <a:cxn ang="f40">
                <a:pos x="f81" y="f74"/>
              </a:cxn>
            </a:cxnLst>
            <a:rect l="f69" t="f72" r="f70" b="f71"/>
            <a:pathLst>
              <a:path w="6858000" h="12192002">
                <a:moveTo>
                  <a:pt x="f6" y="f8"/>
                </a:moveTo>
                <a:lnTo>
                  <a:pt x="f6" y="f7"/>
                </a:lnTo>
                <a:lnTo>
                  <a:pt x="f9" y="f7"/>
                </a:lnTo>
                <a:lnTo>
                  <a:pt x="f9" y="f10"/>
                </a:lnTo>
                <a:lnTo>
                  <a:pt x="f5" y="f10"/>
                </a:lnTo>
                <a:lnTo>
                  <a:pt x="f5" y="f5"/>
                </a:lnTo>
                <a:lnTo>
                  <a:pt x="f11" y="f5"/>
                </a:lnTo>
                <a:lnTo>
                  <a:pt x="f12" y="f13"/>
                </a:lnTo>
                <a:lnTo>
                  <a:pt x="f12" y="f14"/>
                </a:lnTo>
                <a:lnTo>
                  <a:pt x="f6" y="f15"/>
                </a:lnTo>
                <a:lnTo>
                  <a:pt x="f12" y="f15"/>
                </a:lnTo>
                <a:lnTo>
                  <a:pt x="f12" y="f8"/>
                </a:lnTo>
                <a:close/>
              </a:path>
            </a:pathLst>
          </a:custGeom>
          <a:solidFill>
            <a:srgbClr val="003352">
              <a:alpha val="9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815A0CA-CE7D-5255-F259-A4259AF831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60246" y="3429000"/>
            <a:ext cx="4945596" cy="1243584"/>
          </a:xfrm>
        </p:spPr>
        <p:txBody>
          <a:bodyPr>
            <a:noAutofit/>
          </a:bodyPr>
          <a:lstStyle>
            <a:lvl1pPr>
              <a:defRPr sz="5400" b="1">
                <a:solidFill>
                  <a:srgbClr val="FFFFFF"/>
                </a:solidFill>
                <a:ea typeface="Tahoma" pitchFamily="34"/>
                <a:cs typeface="Tahoma" pitchFamily="34"/>
              </a:defRPr>
            </a:lvl1pPr>
          </a:lstStyle>
          <a:p>
            <a:pPr lvl="0"/>
            <a:r>
              <a:rPr lang="fr-FR"/>
              <a:t>Merci</a:t>
            </a:r>
          </a:p>
        </p:txBody>
      </p:sp>
      <p:sp>
        <p:nvSpPr>
          <p:cNvPr id="7" name="Forme libre : Forme 34">
            <a:extLst>
              <a:ext uri="{FF2B5EF4-FFF2-40B4-BE49-F238E27FC236}">
                <a16:creationId xmlns:a16="http://schemas.microsoft.com/office/drawing/2014/main" id="{C8ABED3E-195B-2B70-66A2-660CC3FB71B1}"/>
              </a:ext>
            </a:extLst>
          </p:cNvPr>
          <p:cNvSpPr/>
          <p:nvPr/>
        </p:nvSpPr>
        <p:spPr>
          <a:xfrm rot="13499997">
            <a:off x="-729894" y="-1215857"/>
            <a:ext cx="6043516" cy="842707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043521"/>
              <a:gd name="f7" fmla="val 8427077"/>
              <a:gd name="f8" fmla="val 4267535"/>
              <a:gd name="f9" fmla="val 1883979"/>
              <a:gd name="f10" fmla="val 1775986"/>
              <a:gd name="f11" fmla="val 1775985"/>
              <a:gd name="f12" fmla="+- 0 0 -90"/>
              <a:gd name="f13" fmla="*/ f3 1 6043521"/>
              <a:gd name="f14" fmla="*/ f4 1 8427077"/>
              <a:gd name="f15" fmla="val f5"/>
              <a:gd name="f16" fmla="val f6"/>
              <a:gd name="f17" fmla="val f7"/>
              <a:gd name="f18" fmla="*/ f12 f0 1"/>
              <a:gd name="f19" fmla="+- f17 0 f15"/>
              <a:gd name="f20" fmla="+- f16 0 f15"/>
              <a:gd name="f21" fmla="*/ f18 1 f2"/>
              <a:gd name="f22" fmla="*/ f20 1 6043521"/>
              <a:gd name="f23" fmla="*/ f19 1 8427077"/>
              <a:gd name="f24" fmla="*/ 6043521 f20 1"/>
              <a:gd name="f25" fmla="*/ 4267535 f19 1"/>
              <a:gd name="f26" fmla="*/ 1883979 f20 1"/>
              <a:gd name="f27" fmla="*/ 8427077 f19 1"/>
              <a:gd name="f28" fmla="*/ 0 f20 1"/>
              <a:gd name="f29" fmla="*/ 1775986 f19 1"/>
              <a:gd name="f30" fmla="*/ 1775985 f20 1"/>
              <a:gd name="f31" fmla="*/ 0 f19 1"/>
              <a:gd name="f32" fmla="+- f21 0 f1"/>
              <a:gd name="f33" fmla="*/ f24 1 6043521"/>
              <a:gd name="f34" fmla="*/ f25 1 8427077"/>
              <a:gd name="f35" fmla="*/ f26 1 6043521"/>
              <a:gd name="f36" fmla="*/ f27 1 8427077"/>
              <a:gd name="f37" fmla="*/ f28 1 6043521"/>
              <a:gd name="f38" fmla="*/ f29 1 8427077"/>
              <a:gd name="f39" fmla="*/ f30 1 6043521"/>
              <a:gd name="f40" fmla="*/ f31 1 8427077"/>
              <a:gd name="f41" fmla="*/ f15 1 f22"/>
              <a:gd name="f42" fmla="*/ f16 1 f22"/>
              <a:gd name="f43" fmla="*/ f15 1 f23"/>
              <a:gd name="f44" fmla="*/ f17 1 f23"/>
              <a:gd name="f45" fmla="*/ f33 1 f22"/>
              <a:gd name="f46" fmla="*/ f34 1 f23"/>
              <a:gd name="f47" fmla="*/ f35 1 f22"/>
              <a:gd name="f48" fmla="*/ f36 1 f23"/>
              <a:gd name="f49" fmla="*/ f37 1 f22"/>
              <a:gd name="f50" fmla="*/ f38 1 f23"/>
              <a:gd name="f51" fmla="*/ f39 1 f22"/>
              <a:gd name="f52" fmla="*/ f40 1 f23"/>
              <a:gd name="f53" fmla="*/ f41 f13 1"/>
              <a:gd name="f54" fmla="*/ f42 f13 1"/>
              <a:gd name="f55" fmla="*/ f44 f14 1"/>
              <a:gd name="f56" fmla="*/ f43 f14 1"/>
              <a:gd name="f57" fmla="*/ f45 f13 1"/>
              <a:gd name="f58" fmla="*/ f46 f14 1"/>
              <a:gd name="f59" fmla="*/ f47 f13 1"/>
              <a:gd name="f60" fmla="*/ f48 f14 1"/>
              <a:gd name="f61" fmla="*/ f49 f13 1"/>
              <a:gd name="f62" fmla="*/ f50 f14 1"/>
              <a:gd name="f63" fmla="*/ f51 f13 1"/>
              <a:gd name="f64" fmla="*/ f52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57" y="f58"/>
              </a:cxn>
              <a:cxn ang="f32">
                <a:pos x="f59" y="f60"/>
              </a:cxn>
              <a:cxn ang="f32">
                <a:pos x="f61" y="f60"/>
              </a:cxn>
              <a:cxn ang="f32">
                <a:pos x="f61" y="f62"/>
              </a:cxn>
              <a:cxn ang="f32">
                <a:pos x="f63" y="f64"/>
              </a:cxn>
            </a:cxnLst>
            <a:rect l="f53" t="f56" r="f54" b="f55"/>
            <a:pathLst>
              <a:path w="6043521" h="8427077">
                <a:moveTo>
                  <a:pt x="f6" y="f8"/>
                </a:moveTo>
                <a:lnTo>
                  <a:pt x="f9" y="f7"/>
                </a:lnTo>
                <a:lnTo>
                  <a:pt x="f5" y="f7"/>
                </a:lnTo>
                <a:lnTo>
                  <a:pt x="f5" y="f10"/>
                </a:lnTo>
                <a:lnTo>
                  <a:pt x="f11" y="f5"/>
                </a:lnTo>
                <a:close/>
              </a:path>
            </a:pathLst>
          </a:custGeom>
          <a:solidFill>
            <a:srgbClr val="00335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" name="Forme libre : Forme 31">
            <a:extLst>
              <a:ext uri="{FF2B5EF4-FFF2-40B4-BE49-F238E27FC236}">
                <a16:creationId xmlns:a16="http://schemas.microsoft.com/office/drawing/2014/main" id="{C1F00FBD-7F48-AE39-17B1-F2723C344BD8}"/>
              </a:ext>
            </a:extLst>
          </p:cNvPr>
          <p:cNvSpPr/>
          <p:nvPr/>
        </p:nvSpPr>
        <p:spPr>
          <a:xfrm rot="13499997">
            <a:off x="-1145228" y="-2123849"/>
            <a:ext cx="6043516" cy="900887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043521"/>
              <a:gd name="f7" fmla="val 9008880"/>
              <a:gd name="f8" fmla="val 4849338"/>
              <a:gd name="f9" fmla="val 1883979"/>
              <a:gd name="f10" fmla="val 1194182"/>
              <a:gd name="f11" fmla="+- 0 0 -90"/>
              <a:gd name="f12" fmla="*/ f3 1 6043521"/>
              <a:gd name="f13" fmla="*/ f4 1 9008880"/>
              <a:gd name="f14" fmla="val f5"/>
              <a:gd name="f15" fmla="val f6"/>
              <a:gd name="f16" fmla="val f7"/>
              <a:gd name="f17" fmla="*/ f11 f0 1"/>
              <a:gd name="f18" fmla="+- f16 0 f14"/>
              <a:gd name="f19" fmla="+- f15 0 f14"/>
              <a:gd name="f20" fmla="*/ f17 1 f2"/>
              <a:gd name="f21" fmla="*/ f19 1 6043521"/>
              <a:gd name="f22" fmla="*/ f18 1 9008880"/>
              <a:gd name="f23" fmla="*/ 6043521 f19 1"/>
              <a:gd name="f24" fmla="*/ 4849338 f18 1"/>
              <a:gd name="f25" fmla="*/ 1883979 f19 1"/>
              <a:gd name="f26" fmla="*/ 9008880 f18 1"/>
              <a:gd name="f27" fmla="*/ 0 f19 1"/>
              <a:gd name="f28" fmla="*/ 1194182 f18 1"/>
              <a:gd name="f29" fmla="*/ 1194182 f19 1"/>
              <a:gd name="f30" fmla="*/ 0 f18 1"/>
              <a:gd name="f31" fmla="+- f20 0 f1"/>
              <a:gd name="f32" fmla="*/ f23 1 6043521"/>
              <a:gd name="f33" fmla="*/ f24 1 9008880"/>
              <a:gd name="f34" fmla="*/ f25 1 6043521"/>
              <a:gd name="f35" fmla="*/ f26 1 9008880"/>
              <a:gd name="f36" fmla="*/ f27 1 6043521"/>
              <a:gd name="f37" fmla="*/ f28 1 9008880"/>
              <a:gd name="f38" fmla="*/ f29 1 6043521"/>
              <a:gd name="f39" fmla="*/ f30 1 9008880"/>
              <a:gd name="f40" fmla="*/ f14 1 f21"/>
              <a:gd name="f41" fmla="*/ f15 1 f21"/>
              <a:gd name="f42" fmla="*/ f14 1 f22"/>
              <a:gd name="f43" fmla="*/ f16 1 f22"/>
              <a:gd name="f44" fmla="*/ f32 1 f21"/>
              <a:gd name="f45" fmla="*/ f33 1 f22"/>
              <a:gd name="f46" fmla="*/ f34 1 f21"/>
              <a:gd name="f47" fmla="*/ f35 1 f22"/>
              <a:gd name="f48" fmla="*/ f36 1 f21"/>
              <a:gd name="f49" fmla="*/ f37 1 f22"/>
              <a:gd name="f50" fmla="*/ f38 1 f21"/>
              <a:gd name="f51" fmla="*/ f39 1 f22"/>
              <a:gd name="f52" fmla="*/ f40 f12 1"/>
              <a:gd name="f53" fmla="*/ f41 f12 1"/>
              <a:gd name="f54" fmla="*/ f43 f13 1"/>
              <a:gd name="f55" fmla="*/ f42 f13 1"/>
              <a:gd name="f56" fmla="*/ f44 f12 1"/>
              <a:gd name="f57" fmla="*/ f45 f13 1"/>
              <a:gd name="f58" fmla="*/ f46 f12 1"/>
              <a:gd name="f59" fmla="*/ f47 f13 1"/>
              <a:gd name="f60" fmla="*/ f48 f12 1"/>
              <a:gd name="f61" fmla="*/ f49 f13 1"/>
              <a:gd name="f62" fmla="*/ f50 f12 1"/>
              <a:gd name="f63" fmla="*/ f51 f1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56" y="f57"/>
              </a:cxn>
              <a:cxn ang="f31">
                <a:pos x="f58" y="f59"/>
              </a:cxn>
              <a:cxn ang="f31">
                <a:pos x="f60" y="f59"/>
              </a:cxn>
              <a:cxn ang="f31">
                <a:pos x="f60" y="f61"/>
              </a:cxn>
              <a:cxn ang="f31">
                <a:pos x="f62" y="f63"/>
              </a:cxn>
            </a:cxnLst>
            <a:rect l="f52" t="f55" r="f53" b="f54"/>
            <a:pathLst>
              <a:path w="6043521" h="9008880">
                <a:moveTo>
                  <a:pt x="f6" y="f8"/>
                </a:moveTo>
                <a:lnTo>
                  <a:pt x="f9" y="f7"/>
                </a:lnTo>
                <a:lnTo>
                  <a:pt x="f5" y="f7"/>
                </a:lnTo>
                <a:lnTo>
                  <a:pt x="f5" y="f10"/>
                </a:lnTo>
                <a:lnTo>
                  <a:pt x="f10" y="f5"/>
                </a:lnTo>
                <a:close/>
              </a:path>
            </a:pathLst>
          </a:custGeom>
          <a:blipFill>
            <a:blip r:embed="rId3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Forme libre : Forme 29">
            <a:extLst>
              <a:ext uri="{FF2B5EF4-FFF2-40B4-BE49-F238E27FC236}">
                <a16:creationId xmlns:a16="http://schemas.microsoft.com/office/drawing/2014/main" id="{D5C3340F-3D05-037D-E88A-7D43D6FF4F2E}"/>
              </a:ext>
            </a:extLst>
          </p:cNvPr>
          <p:cNvSpPr/>
          <p:nvPr/>
        </p:nvSpPr>
        <p:spPr>
          <a:xfrm rot="18899994" flipH="1">
            <a:off x="-2681158" y="-465960"/>
            <a:ext cx="8639123" cy="573976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639119"/>
              <a:gd name="f7" fmla="val 5739762"/>
              <a:gd name="f8" fmla="val 3789781"/>
              <a:gd name="f9" fmla="val 3789782"/>
              <a:gd name="f10" fmla="val 5739761"/>
              <a:gd name="f11" fmla="val 7748695"/>
              <a:gd name="f12" fmla="val 4849338"/>
              <a:gd name="f13" fmla="+- 0 0 -90"/>
              <a:gd name="f14" fmla="*/ f3 1 8639119"/>
              <a:gd name="f15" fmla="*/ f4 1 5739762"/>
              <a:gd name="f16" fmla="val f5"/>
              <a:gd name="f17" fmla="val f6"/>
              <a:gd name="f18" fmla="val f7"/>
              <a:gd name="f19" fmla="*/ f13 f0 1"/>
              <a:gd name="f20" fmla="+- f18 0 f16"/>
              <a:gd name="f21" fmla="+- f17 0 f16"/>
              <a:gd name="f22" fmla="*/ f19 1 f2"/>
              <a:gd name="f23" fmla="*/ f21 1 8639119"/>
              <a:gd name="f24" fmla="*/ f20 1 5739762"/>
              <a:gd name="f25" fmla="*/ 3789781 f21 1"/>
              <a:gd name="f26" fmla="*/ 0 f20 1"/>
              <a:gd name="f27" fmla="*/ 0 f21 1"/>
              <a:gd name="f28" fmla="*/ 3789782 f20 1"/>
              <a:gd name="f29" fmla="*/ 5739761 f20 1"/>
              <a:gd name="f30" fmla="*/ 7748695 f21 1"/>
              <a:gd name="f31" fmla="*/ 5739762 f20 1"/>
              <a:gd name="f32" fmla="*/ 8639119 f21 1"/>
              <a:gd name="f33" fmla="*/ 4849338 f20 1"/>
              <a:gd name="f34" fmla="+- f22 0 f1"/>
              <a:gd name="f35" fmla="*/ f25 1 8639119"/>
              <a:gd name="f36" fmla="*/ f26 1 5739762"/>
              <a:gd name="f37" fmla="*/ f27 1 8639119"/>
              <a:gd name="f38" fmla="*/ f28 1 5739762"/>
              <a:gd name="f39" fmla="*/ f29 1 5739762"/>
              <a:gd name="f40" fmla="*/ f30 1 8639119"/>
              <a:gd name="f41" fmla="*/ f31 1 5739762"/>
              <a:gd name="f42" fmla="*/ f32 1 8639119"/>
              <a:gd name="f43" fmla="*/ f33 1 5739762"/>
              <a:gd name="f44" fmla="*/ f16 1 f23"/>
              <a:gd name="f45" fmla="*/ f17 1 f23"/>
              <a:gd name="f46" fmla="*/ f16 1 f24"/>
              <a:gd name="f47" fmla="*/ f18 1 f24"/>
              <a:gd name="f48" fmla="*/ f35 1 f23"/>
              <a:gd name="f49" fmla="*/ f36 1 f24"/>
              <a:gd name="f50" fmla="*/ f37 1 f23"/>
              <a:gd name="f51" fmla="*/ f38 1 f24"/>
              <a:gd name="f52" fmla="*/ f39 1 f24"/>
              <a:gd name="f53" fmla="*/ f40 1 f23"/>
              <a:gd name="f54" fmla="*/ f41 1 f24"/>
              <a:gd name="f55" fmla="*/ f42 1 f23"/>
              <a:gd name="f56" fmla="*/ f43 1 f24"/>
              <a:gd name="f57" fmla="*/ f44 f14 1"/>
              <a:gd name="f58" fmla="*/ f45 f14 1"/>
              <a:gd name="f59" fmla="*/ f47 f15 1"/>
              <a:gd name="f60" fmla="*/ f46 f15 1"/>
              <a:gd name="f61" fmla="*/ f48 f14 1"/>
              <a:gd name="f62" fmla="*/ f49 f15 1"/>
              <a:gd name="f63" fmla="*/ f50 f14 1"/>
              <a:gd name="f64" fmla="*/ f51 f15 1"/>
              <a:gd name="f65" fmla="*/ f52 f15 1"/>
              <a:gd name="f66" fmla="*/ f53 f14 1"/>
              <a:gd name="f67" fmla="*/ f54 f15 1"/>
              <a:gd name="f68" fmla="*/ f55 f14 1"/>
              <a:gd name="f69" fmla="*/ f56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4">
                <a:pos x="f61" y="f62"/>
              </a:cxn>
              <a:cxn ang="f34">
                <a:pos x="f63" y="f64"/>
              </a:cxn>
              <a:cxn ang="f34">
                <a:pos x="f63" y="f65"/>
              </a:cxn>
              <a:cxn ang="f34">
                <a:pos x="f66" y="f67"/>
              </a:cxn>
              <a:cxn ang="f34">
                <a:pos x="f68" y="f69"/>
              </a:cxn>
            </a:cxnLst>
            <a:rect l="f57" t="f60" r="f58" b="f59"/>
            <a:pathLst>
              <a:path w="8639119" h="5739762">
                <a:moveTo>
                  <a:pt x="f8" y="f5"/>
                </a:moveTo>
                <a:lnTo>
                  <a:pt x="f5" y="f9"/>
                </a:lnTo>
                <a:lnTo>
                  <a:pt x="f5" y="f10"/>
                </a:lnTo>
                <a:lnTo>
                  <a:pt x="f11" y="f7"/>
                </a:lnTo>
                <a:lnTo>
                  <a:pt x="f6" y="f12"/>
                </a:lnTo>
                <a:close/>
              </a:path>
            </a:pathLst>
          </a:custGeom>
          <a:solidFill>
            <a:srgbClr val="003352">
              <a:alpha val="51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90610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83665EB-5B6E-299B-8AB1-33DC5AEE47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820396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681920-0B08-9F05-07F2-B7B65DDA69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820396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FFE1492D-EC3B-180F-1CA9-5674AD0F4DE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112502" y="6356351"/>
            <a:ext cx="6603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Arial"/>
              </a:defRPr>
            </a:lvl1pPr>
          </a:lstStyle>
          <a:p>
            <a:pPr lvl="0"/>
            <a:fld id="{031699D8-FD14-4488-9FD6-003A5569EBE2}" type="slidenum">
              <a:t>‹N°›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6D37F1-A405-30DC-2AD5-B7D7BF37DA62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299CA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Forme libre : Forme 9">
            <a:extLst>
              <a:ext uri="{FF2B5EF4-FFF2-40B4-BE49-F238E27FC236}">
                <a16:creationId xmlns:a16="http://schemas.microsoft.com/office/drawing/2014/main" id="{F55E4B2E-1502-E0A2-B548-18FBFB50332E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192001"/>
              <a:gd name="f7" fmla="val 6884191"/>
              <a:gd name="f8" fmla="val 7540222"/>
              <a:gd name="f9" fmla="val 10260629"/>
              <a:gd name="f10" fmla="val 2725573"/>
              <a:gd name="f11" fmla="val 11286710"/>
              <a:gd name="f12" fmla="val 12192000"/>
              <a:gd name="f13" fmla="val 3632581"/>
              <a:gd name="f14" fmla="+- 0 0 -90"/>
              <a:gd name="f15" fmla="*/ f3 1 12192001"/>
              <a:gd name="f16" fmla="*/ f4 1 6884191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12192001"/>
              <a:gd name="f25" fmla="*/ f21 1 6884191"/>
              <a:gd name="f26" fmla="*/ 0 f22 1"/>
              <a:gd name="f27" fmla="*/ 0 f21 1"/>
              <a:gd name="f28" fmla="*/ 7540222 f22 1"/>
              <a:gd name="f29" fmla="*/ 10260629 f22 1"/>
              <a:gd name="f30" fmla="*/ 2725573 f21 1"/>
              <a:gd name="f31" fmla="*/ 11286710 f22 1"/>
              <a:gd name="f32" fmla="*/ 12192000 f22 1"/>
              <a:gd name="f33" fmla="*/ 3632581 f21 1"/>
              <a:gd name="f34" fmla="*/ 12192001 f22 1"/>
              <a:gd name="f35" fmla="*/ 6884191 f21 1"/>
              <a:gd name="f36" fmla="+- f23 0 f1"/>
              <a:gd name="f37" fmla="*/ f26 1 12192001"/>
              <a:gd name="f38" fmla="*/ f27 1 6884191"/>
              <a:gd name="f39" fmla="*/ f28 1 12192001"/>
              <a:gd name="f40" fmla="*/ f29 1 12192001"/>
              <a:gd name="f41" fmla="*/ f30 1 6884191"/>
              <a:gd name="f42" fmla="*/ f31 1 12192001"/>
              <a:gd name="f43" fmla="*/ f32 1 12192001"/>
              <a:gd name="f44" fmla="*/ f33 1 6884191"/>
              <a:gd name="f45" fmla="*/ f34 1 12192001"/>
              <a:gd name="f46" fmla="*/ f35 1 6884191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4"/>
              <a:gd name="f54" fmla="*/ f40 1 f24"/>
              <a:gd name="f55" fmla="*/ f41 1 f25"/>
              <a:gd name="f56" fmla="*/ f42 1 f24"/>
              <a:gd name="f57" fmla="*/ f43 1 f24"/>
              <a:gd name="f58" fmla="*/ f44 1 f25"/>
              <a:gd name="f59" fmla="*/ f45 1 f24"/>
              <a:gd name="f60" fmla="*/ f46 1 f25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5 1"/>
              <a:gd name="f68" fmla="*/ f54 f15 1"/>
              <a:gd name="f69" fmla="*/ f55 f16 1"/>
              <a:gd name="f70" fmla="*/ f56 f15 1"/>
              <a:gd name="f71" fmla="*/ f57 f15 1"/>
              <a:gd name="f72" fmla="*/ f58 f16 1"/>
              <a:gd name="f73" fmla="*/ f59 f15 1"/>
              <a:gd name="f74" fmla="*/ f6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7" y="f66"/>
              </a:cxn>
              <a:cxn ang="f36">
                <a:pos x="f68" y="f69"/>
              </a:cxn>
              <a:cxn ang="f36">
                <a:pos x="f70" y="f69"/>
              </a:cxn>
              <a:cxn ang="f36">
                <a:pos x="f71" y="f72"/>
              </a:cxn>
              <a:cxn ang="f36">
                <a:pos x="f73" y="f74"/>
              </a:cxn>
              <a:cxn ang="f36">
                <a:pos x="f65" y="f74"/>
              </a:cxn>
            </a:cxnLst>
            <a:rect l="f61" t="f64" r="f62" b="f63"/>
            <a:pathLst>
              <a:path w="12192001" h="6884191">
                <a:moveTo>
                  <a:pt x="f5" y="f5"/>
                </a:moveTo>
                <a:lnTo>
                  <a:pt x="f8" y="f5"/>
                </a:lnTo>
                <a:lnTo>
                  <a:pt x="f9" y="f10"/>
                </a:lnTo>
                <a:lnTo>
                  <a:pt x="f11" y="f10"/>
                </a:lnTo>
                <a:lnTo>
                  <a:pt x="f12" y="f13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47C3D3">
              <a:alpha val="7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Forme libre : Forme 17">
            <a:extLst>
              <a:ext uri="{FF2B5EF4-FFF2-40B4-BE49-F238E27FC236}">
                <a16:creationId xmlns:a16="http://schemas.microsoft.com/office/drawing/2014/main" id="{24B03AAD-4213-FFA0-F1CC-ADFB844E86AC}"/>
              </a:ext>
            </a:extLst>
          </p:cNvPr>
          <p:cNvSpPr/>
          <p:nvPr/>
        </p:nvSpPr>
        <p:spPr>
          <a:xfrm rot="16199987" flipV="1">
            <a:off x="2964815" y="-2364446"/>
            <a:ext cx="6862745" cy="115916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62744"/>
              <a:gd name="f7" fmla="val 11591639"/>
              <a:gd name="f8" fmla="val 5240223"/>
              <a:gd name="f9" fmla="val 4145656"/>
              <a:gd name="f10" fmla="val 5240222"/>
              <a:gd name="f11" fmla="val 2519152"/>
              <a:gd name="f12" fmla="val 1367198"/>
              <a:gd name="f13" fmla="val 2775863"/>
              <a:gd name="f14" fmla="+- 0 0 -90"/>
              <a:gd name="f15" fmla="*/ f3 1 6862744"/>
              <a:gd name="f16" fmla="*/ f4 1 11591639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62744"/>
              <a:gd name="f25" fmla="*/ f21 1 11591639"/>
              <a:gd name="f26" fmla="*/ 6862744 f22 1"/>
              <a:gd name="f27" fmla="*/ 11591639 f21 1"/>
              <a:gd name="f28" fmla="*/ 5240223 f21 1"/>
              <a:gd name="f29" fmla="*/ 4145656 f22 1"/>
              <a:gd name="f30" fmla="*/ 5240222 f21 1"/>
              <a:gd name="f31" fmla="*/ 2519152 f21 1"/>
              <a:gd name="f32" fmla="*/ 1367198 f21 1"/>
              <a:gd name="f33" fmla="*/ 2775863 f22 1"/>
              <a:gd name="f34" fmla="*/ 0 f21 1"/>
              <a:gd name="f35" fmla="*/ 0 f22 1"/>
              <a:gd name="f36" fmla="+- f23 0 f1"/>
              <a:gd name="f37" fmla="*/ f26 1 6862744"/>
              <a:gd name="f38" fmla="*/ f27 1 11591639"/>
              <a:gd name="f39" fmla="*/ f28 1 11591639"/>
              <a:gd name="f40" fmla="*/ f29 1 6862744"/>
              <a:gd name="f41" fmla="*/ f30 1 11591639"/>
              <a:gd name="f42" fmla="*/ f31 1 11591639"/>
              <a:gd name="f43" fmla="*/ f32 1 11591639"/>
              <a:gd name="f44" fmla="*/ f33 1 6862744"/>
              <a:gd name="f45" fmla="*/ f34 1 11591639"/>
              <a:gd name="f46" fmla="*/ f35 1 6862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62744" h="11591639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19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" name="Forme libre : Forme 11">
            <a:extLst>
              <a:ext uri="{FF2B5EF4-FFF2-40B4-BE49-F238E27FC236}">
                <a16:creationId xmlns:a16="http://schemas.microsoft.com/office/drawing/2014/main" id="{24A18B74-2E5C-48E6-7F55-1B720CEF1DFD}"/>
              </a:ext>
            </a:extLst>
          </p:cNvPr>
          <p:cNvSpPr/>
          <p:nvPr/>
        </p:nvSpPr>
        <p:spPr>
          <a:xfrm rot="16199987" flipV="1">
            <a:off x="2664626" y="-2669372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blipFill>
            <a:blip r:embed="rId20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Forme libre : Forme 7">
            <a:extLst>
              <a:ext uri="{FF2B5EF4-FFF2-40B4-BE49-F238E27FC236}">
                <a16:creationId xmlns:a16="http://schemas.microsoft.com/office/drawing/2014/main" id="{1F964726-A5BE-9AE5-E4B0-1BDE309083DD}"/>
              </a:ext>
            </a:extLst>
          </p:cNvPr>
          <p:cNvSpPr/>
          <p:nvPr/>
        </p:nvSpPr>
        <p:spPr>
          <a:xfrm rot="16199987" flipV="1">
            <a:off x="2664626" y="-2669372"/>
            <a:ext cx="6862745" cy="121919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744"/>
              <a:gd name="f7" fmla="val 12192000"/>
              <a:gd name="f8" fmla="val 5840584"/>
              <a:gd name="f9" fmla="val 4137803"/>
              <a:gd name="f10" fmla="val 5840583"/>
              <a:gd name="f11" fmla="val 3119513"/>
              <a:gd name="f12" fmla="val 1967559"/>
              <a:gd name="f13" fmla="val 2170243"/>
              <a:gd name="f14" fmla="+- 0 0 -90"/>
              <a:gd name="f15" fmla="*/ f3 1 6849744"/>
              <a:gd name="f16" fmla="*/ f4 1 12192000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6849744"/>
              <a:gd name="f25" fmla="*/ f21 1 12192000"/>
              <a:gd name="f26" fmla="*/ 6849744 f22 1"/>
              <a:gd name="f27" fmla="*/ 12192000 f21 1"/>
              <a:gd name="f28" fmla="*/ 5840584 f21 1"/>
              <a:gd name="f29" fmla="*/ 4137803 f22 1"/>
              <a:gd name="f30" fmla="*/ 5840583 f21 1"/>
              <a:gd name="f31" fmla="*/ 3119513 f21 1"/>
              <a:gd name="f32" fmla="*/ 1967559 f21 1"/>
              <a:gd name="f33" fmla="*/ 2170243 f22 1"/>
              <a:gd name="f34" fmla="*/ 0 f21 1"/>
              <a:gd name="f35" fmla="*/ 0 f22 1"/>
              <a:gd name="f36" fmla="+- f23 0 f1"/>
              <a:gd name="f37" fmla="*/ f26 1 6849744"/>
              <a:gd name="f38" fmla="*/ f27 1 12192000"/>
              <a:gd name="f39" fmla="*/ f28 1 12192000"/>
              <a:gd name="f40" fmla="*/ f29 1 6849744"/>
              <a:gd name="f41" fmla="*/ f30 1 12192000"/>
              <a:gd name="f42" fmla="*/ f31 1 12192000"/>
              <a:gd name="f43" fmla="*/ f32 1 12192000"/>
              <a:gd name="f44" fmla="*/ f33 1 6849744"/>
              <a:gd name="f45" fmla="*/ f34 1 12192000"/>
              <a:gd name="f46" fmla="*/ f35 1 6849744"/>
              <a:gd name="f47" fmla="*/ f17 1 f24"/>
              <a:gd name="f48" fmla="*/ f18 1 f24"/>
              <a:gd name="f49" fmla="*/ f17 1 f25"/>
              <a:gd name="f50" fmla="*/ f19 1 f25"/>
              <a:gd name="f51" fmla="*/ f37 1 f24"/>
              <a:gd name="f52" fmla="*/ f38 1 f25"/>
              <a:gd name="f53" fmla="*/ f39 1 f25"/>
              <a:gd name="f54" fmla="*/ f40 1 f24"/>
              <a:gd name="f55" fmla="*/ f41 1 f25"/>
              <a:gd name="f56" fmla="*/ f42 1 f25"/>
              <a:gd name="f57" fmla="*/ f43 1 f25"/>
              <a:gd name="f58" fmla="*/ f44 1 f24"/>
              <a:gd name="f59" fmla="*/ f45 1 f25"/>
              <a:gd name="f60" fmla="*/ f46 1 f24"/>
              <a:gd name="f61" fmla="*/ f47 f15 1"/>
              <a:gd name="f62" fmla="*/ f48 f15 1"/>
              <a:gd name="f63" fmla="*/ f50 f16 1"/>
              <a:gd name="f64" fmla="*/ f49 f16 1"/>
              <a:gd name="f65" fmla="*/ f51 f15 1"/>
              <a:gd name="f66" fmla="*/ f52 f16 1"/>
              <a:gd name="f67" fmla="*/ f53 f16 1"/>
              <a:gd name="f68" fmla="*/ f54 f15 1"/>
              <a:gd name="f69" fmla="*/ f55 f16 1"/>
              <a:gd name="f70" fmla="*/ f56 f16 1"/>
              <a:gd name="f71" fmla="*/ f57 f16 1"/>
              <a:gd name="f72" fmla="*/ f58 f15 1"/>
              <a:gd name="f73" fmla="*/ f59 f16 1"/>
              <a:gd name="f74" fmla="*/ f6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5" y="f66"/>
              </a:cxn>
              <a:cxn ang="f36">
                <a:pos x="f65" y="f67"/>
              </a:cxn>
              <a:cxn ang="f36">
                <a:pos x="f68" y="f67"/>
              </a:cxn>
              <a:cxn ang="f36">
                <a:pos x="f68" y="f69"/>
              </a:cxn>
              <a:cxn ang="f36">
                <a:pos x="f65" y="f69"/>
              </a:cxn>
              <a:cxn ang="f36">
                <a:pos x="f68" y="f70"/>
              </a:cxn>
              <a:cxn ang="f36">
                <a:pos x="f68" y="f71"/>
              </a:cxn>
              <a:cxn ang="f36">
                <a:pos x="f72" y="f73"/>
              </a:cxn>
              <a:cxn ang="f36">
                <a:pos x="f74" y="f73"/>
              </a:cxn>
              <a:cxn ang="f36">
                <a:pos x="f74" y="f66"/>
              </a:cxn>
            </a:cxnLst>
            <a:rect l="f61" t="f64" r="f62" b="f63"/>
            <a:pathLst>
              <a:path w="6849744" h="12192000">
                <a:moveTo>
                  <a:pt x="f6" y="f7"/>
                </a:moveTo>
                <a:lnTo>
                  <a:pt x="f6" y="f8"/>
                </a:lnTo>
                <a:lnTo>
                  <a:pt x="f9" y="f8"/>
                </a:lnTo>
                <a:lnTo>
                  <a:pt x="f9" y="f10"/>
                </a:lnTo>
                <a:lnTo>
                  <a:pt x="f6" y="f10"/>
                </a:lnTo>
                <a:lnTo>
                  <a:pt x="f9" y="f11"/>
                </a:lnTo>
                <a:lnTo>
                  <a:pt x="f9" y="f12"/>
                </a:lnTo>
                <a:lnTo>
                  <a:pt x="f13" y="f5"/>
                </a:lnTo>
                <a:lnTo>
                  <a:pt x="f5" y="f5"/>
                </a:lnTo>
                <a:lnTo>
                  <a:pt x="f5" y="f7"/>
                </a:lnTo>
                <a:close/>
              </a:path>
            </a:pathLst>
          </a:custGeom>
          <a:solidFill>
            <a:srgbClr val="003352">
              <a:alpha val="9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ED1886ED-0C4B-2E2E-3406-FE159B27F368}"/>
              </a:ext>
            </a:extLst>
          </p:cNvPr>
          <p:cNvSpPr txBox="1"/>
          <p:nvPr/>
        </p:nvSpPr>
        <p:spPr>
          <a:xfrm>
            <a:off x="444498" y="542925"/>
            <a:ext cx="11214101" cy="53552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b="1" i="0" u="none" strike="noStrike" kern="1200" cap="none" spc="-70" baseline="0">
                <a:solidFill>
                  <a:srgbClr val="FFFFFF"/>
                </a:solidFill>
                <a:uFillTx/>
                <a:latin typeface="Trebuchet MS"/>
              </a:rPr>
              <a:t>Modifiez le style du titre</a:t>
            </a:r>
          </a:p>
        </p:txBody>
      </p:sp>
      <p:grpSp>
        <p:nvGrpSpPr>
          <p:cNvPr id="11" name="Groupe 11">
            <a:extLst>
              <a:ext uri="{FF2B5EF4-FFF2-40B4-BE49-F238E27FC236}">
                <a16:creationId xmlns:a16="http://schemas.microsoft.com/office/drawing/2014/main" id="{A84A3A8F-510B-C02C-68D6-510A94F9F87C}"/>
              </a:ext>
            </a:extLst>
          </p:cNvPr>
          <p:cNvGrpSpPr/>
          <p:nvPr/>
        </p:nvGrpSpPr>
        <p:grpSpPr>
          <a:xfrm>
            <a:off x="444503" y="-267763"/>
            <a:ext cx="645306" cy="535527"/>
            <a:chOff x="444503" y="-267763"/>
            <a:chExt cx="645306" cy="535527"/>
          </a:xfrm>
        </p:grpSpPr>
        <p:sp>
          <p:nvSpPr>
            <p:cNvPr id="12" name="Forme libre : Forme 15">
              <a:extLst>
                <a:ext uri="{FF2B5EF4-FFF2-40B4-BE49-F238E27FC236}">
                  <a16:creationId xmlns:a16="http://schemas.microsoft.com/office/drawing/2014/main" id="{4FF2F9BF-4D6E-08C6-0AD8-71F104A664DF}"/>
                </a:ext>
              </a:extLst>
            </p:cNvPr>
            <p:cNvSpPr/>
            <p:nvPr/>
          </p:nvSpPr>
          <p:spPr>
            <a:xfrm rot="18900010">
              <a:off x="554282" y="-267763"/>
              <a:ext cx="535527" cy="5355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" name="Forme libre : Forme 16">
              <a:extLst>
                <a:ext uri="{FF2B5EF4-FFF2-40B4-BE49-F238E27FC236}">
                  <a16:creationId xmlns:a16="http://schemas.microsoft.com/office/drawing/2014/main" id="{A1569985-10AC-ACED-E196-D04F469FEEA3}"/>
                </a:ext>
              </a:extLst>
            </p:cNvPr>
            <p:cNvSpPr/>
            <p:nvPr/>
          </p:nvSpPr>
          <p:spPr>
            <a:xfrm rot="2699990" flipH="1">
              <a:off x="444503" y="-258941"/>
              <a:ext cx="517870" cy="517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4341"/>
                <a:gd name="f7" fmla="+- 0 0 -90"/>
                <a:gd name="f8" fmla="*/ f3 1 754341"/>
                <a:gd name="f9" fmla="*/ f4 1 754341"/>
                <a:gd name="f10" fmla="val f5"/>
                <a:gd name="f11" fmla="val f6"/>
                <a:gd name="f12" fmla="*/ f7 f0 1"/>
                <a:gd name="f13" fmla="+- f11 0 f10"/>
                <a:gd name="f14" fmla="*/ f12 1 f2"/>
                <a:gd name="f15" fmla="*/ f13 1 754341"/>
                <a:gd name="f16" fmla="*/ 754341 f13 1"/>
                <a:gd name="f17" fmla="*/ 0 f13 1"/>
                <a:gd name="f18" fmla="+- f14 0 f1"/>
                <a:gd name="f19" fmla="*/ f16 1 754341"/>
                <a:gd name="f20" fmla="*/ f17 1 754341"/>
                <a:gd name="f21" fmla="*/ f10 1 f15"/>
                <a:gd name="f22" fmla="*/ f11 1 f15"/>
                <a:gd name="f23" fmla="*/ f19 1 f15"/>
                <a:gd name="f24" fmla="*/ f20 1 f15"/>
                <a:gd name="f25" fmla="*/ f21 f8 1"/>
                <a:gd name="f26" fmla="*/ f22 f8 1"/>
                <a:gd name="f27" fmla="*/ f22 f9 1"/>
                <a:gd name="f28" fmla="*/ f21 f9 1"/>
                <a:gd name="f29" fmla="*/ f23 f8 1"/>
                <a:gd name="f30" fmla="*/ f23 f9 1"/>
                <a:gd name="f31" fmla="*/ f24 f8 1"/>
                <a:gd name="f32" fmla="*/ f24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">
                  <a:pos x="f29" y="f30"/>
                </a:cxn>
                <a:cxn ang="f18">
                  <a:pos x="f31" y="f30"/>
                </a:cxn>
                <a:cxn ang="f18">
                  <a:pos x="f31" y="f32"/>
                </a:cxn>
              </a:cxnLst>
              <a:rect l="f25" t="f28" r="f26" b="f27"/>
              <a:pathLst>
                <a:path w="754341" h="754341">
                  <a:moveTo>
                    <a:pt x="f6" y="f6"/>
                  </a:move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blipFill>
              <a:blip r:embed="rId21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4" name="Groupe 14">
            <a:extLst>
              <a:ext uri="{FF2B5EF4-FFF2-40B4-BE49-F238E27FC236}">
                <a16:creationId xmlns:a16="http://schemas.microsoft.com/office/drawing/2014/main" id="{964DA325-3DC2-B057-F5BD-C13A1F44A81C}"/>
              </a:ext>
            </a:extLst>
          </p:cNvPr>
          <p:cNvGrpSpPr/>
          <p:nvPr/>
        </p:nvGrpSpPr>
        <p:grpSpPr>
          <a:xfrm>
            <a:off x="0" y="1357408"/>
            <a:ext cx="12191996" cy="4846320"/>
            <a:chOff x="0" y="1357408"/>
            <a:chExt cx="12191996" cy="4846320"/>
          </a:xfrm>
        </p:grpSpPr>
        <p:sp>
          <p:nvSpPr>
            <p:cNvPr id="15" name="Rectangle : Coin rogné 18">
              <a:extLst>
                <a:ext uri="{FF2B5EF4-FFF2-40B4-BE49-F238E27FC236}">
                  <a16:creationId xmlns:a16="http://schemas.microsoft.com/office/drawing/2014/main" id="{60336CEA-30BB-FC4B-0F1C-492DE9A9A6FB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blipFill>
              <a:blip r:embed="rId22">
                <a:alphaModFix/>
              </a:blip>
              <a:tile/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6" name="Rectangle : Coin rogné 2">
              <a:extLst>
                <a:ext uri="{FF2B5EF4-FFF2-40B4-BE49-F238E27FC236}">
                  <a16:creationId xmlns:a16="http://schemas.microsoft.com/office/drawing/2014/main" id="{E0E7C8DB-2428-F816-C809-53D15417EA46}"/>
                </a:ext>
              </a:extLst>
            </p:cNvPr>
            <p:cNvSpPr/>
            <p:nvPr/>
          </p:nvSpPr>
          <p:spPr>
            <a:xfrm flipV="1">
              <a:off x="0" y="1357408"/>
              <a:ext cx="12191996" cy="4846320"/>
            </a:xfrm>
            <a:custGeom>
              <a:avLst>
                <a:gd name="f5" fmla="val 19670"/>
              </a:avLst>
              <a:gdLst>
                <a:gd name="f1" fmla="val w"/>
                <a:gd name="f2" fmla="val h"/>
                <a:gd name="f3" fmla="val ss"/>
                <a:gd name="f4" fmla="val 0"/>
                <a:gd name="f5" fmla="val 19670"/>
                <a:gd name="f6" fmla="abs f1"/>
                <a:gd name="f7" fmla="abs f2"/>
                <a:gd name="f8" fmla="abs f3"/>
                <a:gd name="f9" fmla="val f4"/>
                <a:gd name="f10" fmla="val f5"/>
                <a:gd name="f11" fmla="?: f6 f1 1"/>
                <a:gd name="f12" fmla="?: f7 f2 1"/>
                <a:gd name="f13" fmla="?: f8 f3 1"/>
                <a:gd name="f14" fmla="*/ f11 1 21600"/>
                <a:gd name="f15" fmla="*/ f12 1 21600"/>
                <a:gd name="f16" fmla="*/ 21600 f11 1"/>
                <a:gd name="f17" fmla="*/ 21600 f12 1"/>
                <a:gd name="f18" fmla="min f15 f14"/>
                <a:gd name="f19" fmla="*/ f16 1 f13"/>
                <a:gd name="f20" fmla="*/ f17 1 f13"/>
                <a:gd name="f21" fmla="val f19"/>
                <a:gd name="f22" fmla="val f20"/>
                <a:gd name="f23" fmla="*/ f9 f18 1"/>
                <a:gd name="f24" fmla="+- f22 0 f9"/>
                <a:gd name="f25" fmla="+- f21 0 f9"/>
                <a:gd name="f26" fmla="*/ f22 f18 1"/>
                <a:gd name="f27" fmla="*/ f21 f18 1"/>
                <a:gd name="f28" fmla="min f25 f24"/>
                <a:gd name="f29" fmla="*/ f28 f10 1"/>
                <a:gd name="f30" fmla="*/ f29 1 100000"/>
                <a:gd name="f31" fmla="+- f21 0 f30"/>
                <a:gd name="f32" fmla="*/ f30 1 2"/>
                <a:gd name="f33" fmla="*/ f30 f18 1"/>
                <a:gd name="f34" fmla="+- f31 f21 0"/>
                <a:gd name="f35" fmla="*/ f32 f18 1"/>
                <a:gd name="f36" fmla="*/ f31 f18 1"/>
                <a:gd name="f37" fmla="*/ f34 1 2"/>
                <a:gd name="f38" fmla="*/ f37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35" r="f38" b="f26"/>
              <a:pathLst>
                <a:path>
                  <a:moveTo>
                    <a:pt x="f23" y="f23"/>
                  </a:moveTo>
                  <a:lnTo>
                    <a:pt x="f36" y="f23"/>
                  </a:lnTo>
                  <a:lnTo>
                    <a:pt x="f27" y="f33"/>
                  </a:lnTo>
                  <a:lnTo>
                    <a:pt x="f27" y="f26"/>
                  </a:lnTo>
                  <a:lnTo>
                    <a:pt x="f23" y="f26"/>
                  </a:lnTo>
                  <a:close/>
                </a:path>
              </a:pathLst>
            </a:custGeom>
            <a:solidFill>
              <a:srgbClr val="00335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7" name="Forme libre : Forme 23">
            <a:extLst>
              <a:ext uri="{FF2B5EF4-FFF2-40B4-BE49-F238E27FC236}">
                <a16:creationId xmlns:a16="http://schemas.microsoft.com/office/drawing/2014/main" id="{FAEAE749-F95D-AC2A-77A9-A7C43A097982}"/>
              </a:ext>
            </a:extLst>
          </p:cNvPr>
          <p:cNvSpPr/>
          <p:nvPr/>
        </p:nvSpPr>
        <p:spPr>
          <a:xfrm flipH="1">
            <a:off x="10782303" y="5448296"/>
            <a:ext cx="1409703" cy="14097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54341"/>
              <a:gd name="f7" fmla="+- 0 0 -90"/>
              <a:gd name="f8" fmla="*/ f3 1 754341"/>
              <a:gd name="f9" fmla="*/ f4 1 754341"/>
              <a:gd name="f10" fmla="val f5"/>
              <a:gd name="f11" fmla="val f6"/>
              <a:gd name="f12" fmla="*/ f7 f0 1"/>
              <a:gd name="f13" fmla="+- f11 0 f10"/>
              <a:gd name="f14" fmla="*/ f12 1 f2"/>
              <a:gd name="f15" fmla="*/ f13 1 754341"/>
              <a:gd name="f16" fmla="*/ 754341 f13 1"/>
              <a:gd name="f17" fmla="*/ 0 f13 1"/>
              <a:gd name="f18" fmla="+- f14 0 f1"/>
              <a:gd name="f19" fmla="*/ f16 1 754341"/>
              <a:gd name="f20" fmla="*/ f17 1 754341"/>
              <a:gd name="f21" fmla="*/ f10 1 f15"/>
              <a:gd name="f22" fmla="*/ f11 1 f15"/>
              <a:gd name="f23" fmla="*/ f19 1 f15"/>
              <a:gd name="f24" fmla="*/ f20 1 f15"/>
              <a:gd name="f25" fmla="*/ f21 f8 1"/>
              <a:gd name="f26" fmla="*/ f22 f8 1"/>
              <a:gd name="f27" fmla="*/ f22 f9 1"/>
              <a:gd name="f28" fmla="*/ f21 f9 1"/>
              <a:gd name="f29" fmla="*/ f23 f8 1"/>
              <a:gd name="f30" fmla="*/ f23 f9 1"/>
              <a:gd name="f31" fmla="*/ f24 f8 1"/>
              <a:gd name="f32" fmla="*/ f2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8">
                <a:pos x="f29" y="f30"/>
              </a:cxn>
              <a:cxn ang="f18">
                <a:pos x="f31" y="f30"/>
              </a:cxn>
              <a:cxn ang="f18">
                <a:pos x="f31" y="f32"/>
              </a:cxn>
            </a:cxnLst>
            <a:rect l="f25" t="f28" r="f26" b="f27"/>
            <a:pathLst>
              <a:path w="754341" h="754341">
                <a:moveTo>
                  <a:pt x="f6" y="f6"/>
                </a:move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blipFill>
            <a:blip r:embed="rId23">
              <a:alphaModFix/>
            </a:blip>
            <a:tile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Espace réservé du numéro de diapositive 4">
            <a:extLst>
              <a:ext uri="{FF2B5EF4-FFF2-40B4-BE49-F238E27FC236}">
                <a16:creationId xmlns:a16="http://schemas.microsoft.com/office/drawing/2014/main" id="{05501327-222E-2DFB-4275-CFF282AE3331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9BFEB1E-4AC2-4135-AD42-0FF1CA6BD68C}" type="slidenum">
              <a:t>‹N°›</a:t>
            </a:fld>
            <a:endParaRPr lang="fr-FR" sz="1000" b="0" i="0" u="none" strike="noStrike" kern="1200" cap="none" spc="0" baseline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fr-FR" sz="4400" b="0" i="0" u="none" strike="noStrike" kern="1200" cap="none" spc="0" baseline="0">
          <a:solidFill>
            <a:srgbClr val="000000"/>
          </a:solidFill>
          <a:uFillTx/>
          <a:latin typeface="Trebuchet MS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Clr>
          <a:srgbClr val="47C3D3"/>
        </a:buClr>
        <a:buSzPct val="100000"/>
        <a:buFont typeface="Arial" pitchFamily="34"/>
        <a:buChar char="•"/>
        <a:tabLst/>
        <a:defRPr lang="fr-FR" sz="2800" b="0" i="0" u="none" strike="noStrike" kern="1200" cap="none" spc="0" baseline="0">
          <a:solidFill>
            <a:srgbClr val="000000"/>
          </a:solidFill>
          <a:uFillTx/>
          <a:latin typeface="Arial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Clr>
          <a:srgbClr val="47C3D3"/>
        </a:buClr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Arial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Clr>
          <a:srgbClr val="47C3D3"/>
        </a:buClr>
        <a:buSzPct val="100000"/>
        <a:buFont typeface="Arial" pitchFamily="34"/>
        <a:buChar char="•"/>
        <a:tabLst/>
        <a:defRPr lang="fr-FR" sz="2000" b="0" i="0" u="none" strike="noStrike" kern="1200" cap="none" spc="0" baseline="0">
          <a:solidFill>
            <a:srgbClr val="000000"/>
          </a:solidFill>
          <a:uFillTx/>
          <a:latin typeface="Arial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Clr>
          <a:srgbClr val="47C3D3"/>
        </a:buClr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Arial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Clr>
          <a:srgbClr val="47C3D3"/>
        </a:buClr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Arial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47C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798BAE-6470-8322-8E75-BC509817FA4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61488" y="4200460"/>
            <a:ext cx="7697967" cy="1243584"/>
          </a:xfrm>
        </p:spPr>
        <p:txBody>
          <a:bodyPr/>
          <a:lstStyle/>
          <a:p>
            <a:pPr lvl="0"/>
            <a:r>
              <a:rPr lang="fr-FR" sz="6000"/>
              <a:t>Projet 9 – </a:t>
            </a:r>
            <a:br>
              <a:rPr lang="fr-FR" sz="6000"/>
            </a:br>
            <a:r>
              <a:rPr lang="fr-FR" sz="6000"/>
              <a:t>Analysez les ventes d'une librairie avec Python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65E9A7-57A9-A481-3BD7-F7E88FFA015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61488" y="5526340"/>
            <a:ext cx="7077456" cy="868680"/>
          </a:xfrm>
        </p:spPr>
        <p:txBody>
          <a:bodyPr/>
          <a:lstStyle/>
          <a:p>
            <a:pPr marL="0" lvl="0" indent="0"/>
            <a:r>
              <a:rPr lang="fr-FR" dirty="0"/>
              <a:t>MK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>
            <a:extLst>
              <a:ext uri="{FF2B5EF4-FFF2-40B4-BE49-F238E27FC236}">
                <a16:creationId xmlns:a16="http://schemas.microsoft.com/office/drawing/2014/main" id="{AFD80B7C-B1F0-07D8-E2AC-48FBBE7C379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FR"/>
              <a:t>Executive Summary</a:t>
            </a:r>
          </a:p>
        </p:txBody>
      </p:sp>
      <p:sp>
        <p:nvSpPr>
          <p:cNvPr id="3" name="Espace réservé du texte 9">
            <a:extLst>
              <a:ext uri="{FF2B5EF4-FFF2-40B4-BE49-F238E27FC236}">
                <a16:creationId xmlns:a16="http://schemas.microsoft.com/office/drawing/2014/main" id="{BF449276-95E6-3779-DBE5-685633752DC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4498" y="1625382"/>
            <a:ext cx="6718297" cy="4093238"/>
          </a:xfrm>
        </p:spPr>
        <p:txBody>
          <a:bodyPr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fr-FR" sz="2000" dirty="0">
                <a:solidFill>
                  <a:srgbClr val="FFFFFF"/>
                </a:solidFill>
                <a:cs typeface="Arial" pitchFamily="34"/>
              </a:rPr>
              <a:t>Leviers pour augmenter notre CA 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lang="fr-FR" sz="2000" dirty="0">
                <a:solidFill>
                  <a:srgbClr val="FFFFFF"/>
                </a:solidFill>
                <a:cs typeface="Arial" pitchFamily="34"/>
              </a:rPr>
              <a:t>Développer l’offre de catégorie 1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lang="fr-FR" sz="2000" dirty="0">
                <a:solidFill>
                  <a:srgbClr val="FFFFFF"/>
                </a:solidFill>
                <a:cs typeface="Arial" pitchFamily="34"/>
              </a:rPr>
              <a:t>Campagne de recrutement / fidélisation</a:t>
            </a:r>
          </a:p>
          <a:p>
            <a:pPr lvl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lang="fr-FR" sz="2000" dirty="0">
                <a:solidFill>
                  <a:srgbClr val="FFFFFF"/>
                </a:solidFill>
                <a:cs typeface="Arial" pitchFamily="34"/>
              </a:rPr>
              <a:t>Appuyer nos temps forts (Rentrée des classes, Noël)</a:t>
            </a:r>
          </a:p>
          <a:p>
            <a:pPr lvl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lang="fr-FR" sz="2000" dirty="0">
                <a:solidFill>
                  <a:srgbClr val="FFFFFF"/>
                </a:solidFill>
                <a:cs typeface="Arial" pitchFamily="34"/>
              </a:rPr>
              <a:t>Mise en avant des Tops</a:t>
            </a:r>
          </a:p>
          <a:p>
            <a:pPr lvl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lang="fr-FR" sz="2000" dirty="0">
                <a:solidFill>
                  <a:srgbClr val="FFFFFF"/>
                </a:solidFill>
                <a:cs typeface="Arial" pitchFamily="34"/>
              </a:rPr>
              <a:t>Arrêt de commercialisation des Flops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lang="fr-FR" sz="2000" dirty="0">
                <a:solidFill>
                  <a:srgbClr val="FFFFFF"/>
                </a:solidFill>
                <a:cs typeface="Arial" pitchFamily="34"/>
              </a:rPr>
              <a:t>Recruter des clients </a:t>
            </a:r>
            <a:r>
              <a:rPr lang="fr-FR" sz="2000" dirty="0" err="1">
                <a:solidFill>
                  <a:srgbClr val="FFFFFF"/>
                </a:solidFill>
                <a:cs typeface="Arial" pitchFamily="34"/>
              </a:rPr>
              <a:t>BToB</a:t>
            </a:r>
            <a:endParaRPr lang="fr-FR" sz="2000" dirty="0">
              <a:solidFill>
                <a:srgbClr val="FFFFFF"/>
              </a:solidFill>
              <a:cs typeface="Arial" pitchFamily="34"/>
            </a:endParaRPr>
          </a:p>
          <a:p>
            <a:pPr lvl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lang="fr-FR" sz="2000" dirty="0">
                <a:solidFill>
                  <a:srgbClr val="FFFFFF"/>
                </a:solidFill>
                <a:cs typeface="Arial" pitchFamily="34"/>
              </a:rPr>
              <a:t>Cibler nos newsletters en fonction de la typologie client (</a:t>
            </a:r>
            <a:r>
              <a:rPr lang="fr-FR" sz="2000" dirty="0" err="1">
                <a:solidFill>
                  <a:srgbClr val="FFFFFF"/>
                </a:solidFill>
                <a:cs typeface="Arial" pitchFamily="34"/>
              </a:rPr>
              <a:t>cf</a:t>
            </a:r>
            <a:r>
              <a:rPr lang="fr-FR" sz="2000" dirty="0">
                <a:solidFill>
                  <a:srgbClr val="FFFFFF"/>
                </a:solidFill>
                <a:cs typeface="Arial" pitchFamily="34"/>
              </a:rPr>
              <a:t> corrélations)</a:t>
            </a:r>
          </a:p>
        </p:txBody>
      </p:sp>
      <p:sp>
        <p:nvSpPr>
          <p:cNvPr id="4" name="Espace réservé du numéro de diapositive 1">
            <a:extLst>
              <a:ext uri="{FF2B5EF4-FFF2-40B4-BE49-F238E27FC236}">
                <a16:creationId xmlns:a16="http://schemas.microsoft.com/office/drawing/2014/main" id="{4A6AE51A-4969-5723-50B8-DBB3B63313F0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3E782A6-A787-46AF-8428-432A8AFA88CC}" type="slidenum">
              <a:rPr>
                <a:solidFill>
                  <a:schemeClr val="bg1"/>
                </a:solidFill>
              </a:rPr>
              <a:t>2</a:t>
            </a:fld>
            <a:endParaRPr lang="fr-FR" sz="1000" b="0" i="0" u="none" strike="noStrike" kern="1200" cap="none" spc="0" baseline="0" dirty="0">
              <a:solidFill>
                <a:schemeClr val="bg1"/>
              </a:solidFill>
              <a:uFillTx/>
              <a:latin typeface="Trade Gothic LT Pro" pitchFamily="34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>
            <a:extLst>
              <a:ext uri="{FF2B5EF4-FFF2-40B4-BE49-F238E27FC236}">
                <a16:creationId xmlns:a16="http://schemas.microsoft.com/office/drawing/2014/main" id="{035BD6DB-036D-2B9A-0403-094248D075A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FR"/>
              <a:t>Analyse des indicateurs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37A1CE87-9F34-AFCB-76F9-83BB715AE42A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FAB846E-E803-4FCF-AEC9-3B7159C1A928}" type="slidenum">
              <a:rPr>
                <a:solidFill>
                  <a:schemeClr val="bg1"/>
                </a:solidFill>
              </a:rPr>
              <a:t>3</a:t>
            </a:fld>
            <a:endParaRPr lang="fr-FR" sz="1000" b="0" i="0" u="none" strike="noStrike" kern="1200" cap="none" spc="0" baseline="0" dirty="0">
              <a:solidFill>
                <a:schemeClr val="bg1"/>
              </a:solidFill>
              <a:uFillTx/>
              <a:latin typeface="Trade Gothic LT Pro" pitchFamily="34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289E8BC8-A5B1-CCC1-7A20-3BFC6DAFE01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 dirty="0"/>
              <a:t>Chiffre d’affaires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83A309AC-1FA5-1447-CF6A-44A6B29A185F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rmAutofit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6B51BBA-718C-49D1-9A44-39B68BD9FF86}" type="slidenum">
              <a:rPr/>
              <a:t>4</a:t>
            </a:fld>
            <a:endParaRPr lang="fr-FR" sz="1000" b="0" i="0" u="none" strike="noStrike" kern="1200" cap="none" spc="0" baseline="0" dirty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B3DF5-9A52-2FA1-26C8-F04AC13808E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  <a:solidFill>
            <a:srgbClr val="0065A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anchor="ctr" anchorCtr="1"/>
          <a:lstStyle/>
          <a:p>
            <a:pPr marL="0" lvl="0" indent="0" algn="ctr">
              <a:buNone/>
            </a:pPr>
            <a:r>
              <a:rPr lang="en-US" sz="1600">
                <a:solidFill>
                  <a:srgbClr val="FFFFFF"/>
                </a:solidFill>
              </a:rPr>
              <a:t>CA relativement stable</a:t>
            </a:r>
          </a:p>
          <a:p>
            <a:pPr marL="0" lvl="0" indent="0" algn="ctr">
              <a:buNone/>
            </a:pPr>
            <a:r>
              <a:rPr lang="en-US" sz="1600">
                <a:solidFill>
                  <a:srgbClr val="FFFFFF"/>
                </a:solidFill>
              </a:rPr>
              <a:t>sur la période</a:t>
            </a:r>
          </a:p>
        </p:txBody>
      </p:sp>
      <p:graphicFrame>
        <p:nvGraphicFramePr>
          <p:cNvPr id="5" name="Graphique 6" title="Chiffre d’affaires brut-Espace réservé-Graphique">
            <a:extLst>
              <a:ext uri="{FF2B5EF4-FFF2-40B4-BE49-F238E27FC236}">
                <a16:creationId xmlns:a16="http://schemas.microsoft.com/office/drawing/2014/main" id="{046B252A-FA31-E1B8-8A08-AAFB5DAF56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2669001"/>
              </p:ext>
            </p:extLst>
          </p:nvPr>
        </p:nvGraphicFramePr>
        <p:xfrm>
          <a:off x="3964289" y="1444651"/>
          <a:ext cx="7694310" cy="4579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71B0F83C-0883-BAAC-13C4-9F55179A198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/>
              <a:t>Chiffre d’Affaires par catégorie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F2A7AD06-D52D-FC7A-F360-888B151C54E2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rmAutofit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4ACB5F9-7752-4069-8217-C0A1DAD19250}" type="slidenum">
              <a:rPr/>
              <a:t>5</a:t>
            </a:fld>
            <a:endParaRPr lang="fr-FR" sz="1000" b="0" i="0" u="none" strike="noStrike" kern="1200" cap="none" spc="0" baseline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81AAB7-7BA4-3656-8EEF-A8283911F97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  <a:solidFill>
            <a:srgbClr val="0065A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anchor="ctr" anchorCtr="1"/>
          <a:lstStyle/>
          <a:p>
            <a:pPr marL="0" lvl="0" indent="0" algn="ctr">
              <a:buNone/>
            </a:pPr>
            <a:r>
              <a:rPr lang="en-US" sz="1600" dirty="0" err="1">
                <a:solidFill>
                  <a:srgbClr val="FFFFFF"/>
                </a:solidFill>
              </a:rPr>
              <a:t>Catégorie</a:t>
            </a:r>
            <a:r>
              <a:rPr lang="en-US" sz="1600" dirty="0">
                <a:solidFill>
                  <a:srgbClr val="FFFFFF"/>
                </a:solidFill>
              </a:rPr>
              <a:t> 1 : </a:t>
            </a:r>
            <a:r>
              <a:rPr lang="en-US" sz="1600" dirty="0" err="1">
                <a:solidFill>
                  <a:srgbClr val="FFFFFF"/>
                </a:solidFill>
              </a:rPr>
              <a:t>notre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catégorie</a:t>
            </a:r>
            <a:r>
              <a:rPr lang="en-US" sz="1600" dirty="0">
                <a:solidFill>
                  <a:srgbClr val="FFFFFF"/>
                </a:solidFill>
              </a:rPr>
              <a:t> forte</a:t>
            </a:r>
          </a:p>
          <a:p>
            <a:pPr marL="0" lvl="0" indent="0" algn="ctr">
              <a:buNone/>
            </a:pPr>
            <a:endParaRPr lang="en-US" sz="1600" dirty="0">
              <a:solidFill>
                <a:srgbClr val="FFFFFF"/>
              </a:solidFill>
            </a:endParaRPr>
          </a:p>
          <a:p>
            <a:pPr marL="0" lv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Explosion </a:t>
            </a:r>
            <a:r>
              <a:rPr lang="en-US" sz="1600" dirty="0" err="1">
                <a:solidFill>
                  <a:srgbClr val="FFFFFF"/>
                </a:solidFill>
              </a:rPr>
              <a:t>initiale</a:t>
            </a:r>
            <a:r>
              <a:rPr lang="en-US" sz="1600" dirty="0">
                <a:solidFill>
                  <a:srgbClr val="FFFFFF"/>
                </a:solidFill>
              </a:rPr>
              <a:t>, stagnation </a:t>
            </a:r>
            <a:r>
              <a:rPr lang="en-US" sz="1600" dirty="0" err="1">
                <a:solidFill>
                  <a:srgbClr val="FFFFFF"/>
                </a:solidFill>
              </a:rPr>
              <a:t>puis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baisse</a:t>
            </a:r>
            <a:endParaRPr lang="en-US" sz="1600" dirty="0">
              <a:solidFill>
                <a:srgbClr val="FFFFFF"/>
              </a:solidFill>
            </a:endParaRPr>
          </a:p>
        </p:txBody>
      </p:sp>
      <p:graphicFrame>
        <p:nvGraphicFramePr>
          <p:cNvPr id="5" name="Graphique 6" title="Chiffre d’affaires brut-Espace réservé-Graphique">
            <a:extLst>
              <a:ext uri="{FF2B5EF4-FFF2-40B4-BE49-F238E27FC236}">
                <a16:creationId xmlns:a16="http://schemas.microsoft.com/office/drawing/2014/main" id="{46EAAE4F-69F8-B1C9-8020-C2802BC138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9521068"/>
              </p:ext>
            </p:extLst>
          </p:nvPr>
        </p:nvGraphicFramePr>
        <p:xfrm>
          <a:off x="3964289" y="1444651"/>
          <a:ext cx="7694310" cy="4579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9F39B35C-BF90-4AF6-43A1-77C7F57F362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/>
              <a:t>Répartition par catégorie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3E458B4E-767A-3D32-3938-C54B43A76BD7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rmAutofit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E456E7F-5945-4757-8EB8-35AB88696CB7}" type="slidenum">
              <a:rPr/>
              <a:t>6</a:t>
            </a:fld>
            <a:endParaRPr lang="fr-FR" sz="1000" b="0" i="0" u="none" strike="noStrike" kern="1200" cap="none" spc="0" baseline="0" dirty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F3679-1A92-9EE8-0293-873ABC3881E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  <a:solidFill>
            <a:srgbClr val="0065A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anchor="ctr" anchorCtr="1"/>
          <a:lstStyle/>
          <a:p>
            <a:pPr marL="0" lvl="0" indent="0" algn="ctr">
              <a:buNone/>
            </a:pPr>
            <a:r>
              <a:rPr lang="en-US" sz="1600" dirty="0" err="1">
                <a:solidFill>
                  <a:srgbClr val="FFFFFF"/>
                </a:solidFill>
              </a:rPr>
              <a:t>Répartition</a:t>
            </a:r>
            <a:r>
              <a:rPr lang="en-US" sz="1600" dirty="0">
                <a:solidFill>
                  <a:srgbClr val="FFFFFF"/>
                </a:solidFill>
              </a:rPr>
              <a:t> non </a:t>
            </a:r>
            <a:r>
              <a:rPr lang="en-US" sz="1600" dirty="0" err="1">
                <a:solidFill>
                  <a:srgbClr val="FFFFFF"/>
                </a:solidFill>
              </a:rPr>
              <a:t>reflétée</a:t>
            </a:r>
            <a:r>
              <a:rPr lang="en-US" sz="1600" dirty="0">
                <a:solidFill>
                  <a:srgbClr val="FFFFFF"/>
                </a:solidFill>
              </a:rPr>
              <a:t> par le CA</a:t>
            </a:r>
          </a:p>
        </p:txBody>
      </p:sp>
      <p:pic>
        <p:nvPicPr>
          <p:cNvPr id="5" name="Image 3" descr="Une image contenant diagramme, capture d’écran, cercle, Graphique&#10;&#10;Le contenu généré par l’IA peut être incorrect.">
            <a:extLst>
              <a:ext uri="{FF2B5EF4-FFF2-40B4-BE49-F238E27FC236}">
                <a16:creationId xmlns:a16="http://schemas.microsoft.com/office/drawing/2014/main" id="{149C0391-DA60-E69A-6D51-B33F5DA55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289" y="1954877"/>
            <a:ext cx="7694310" cy="355861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742CF622-6F12-C7BF-FAA0-0CC25AB7682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/>
              <a:t>Nombre de clients uniques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4C47E811-75DF-69D8-BF3A-BC8912548524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rmAutofit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0B273BF-7797-4D6C-BC79-B7BECF33DC84}" type="slidenum">
              <a:rPr/>
              <a:t>7</a:t>
            </a:fld>
            <a:endParaRPr lang="fr-FR" sz="1000" b="0" i="0" u="none" strike="noStrike" kern="1200" cap="none" spc="0" baseline="0" dirty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DD996-773D-1A16-40F8-6B012CB39FF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  <a:solidFill>
            <a:srgbClr val="0065A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anchor="ctr" anchorCtr="1"/>
          <a:lstStyle/>
          <a:p>
            <a:pPr marL="0" lvl="0" indent="0" algn="ctr">
              <a:buNone/>
            </a:pPr>
            <a:r>
              <a:rPr lang="en-US" sz="1600">
                <a:solidFill>
                  <a:srgbClr val="FFFFFF"/>
                </a:solidFill>
              </a:rPr>
              <a:t>Pic de fréquentation en Octobre 2021</a:t>
            </a:r>
          </a:p>
          <a:p>
            <a:pPr marL="0" lvl="0" indent="0" algn="ctr">
              <a:buNone/>
            </a:pPr>
            <a:endParaRPr lang="en-US" sz="1600">
              <a:solidFill>
                <a:srgbClr val="FFFFFF"/>
              </a:solidFill>
            </a:endParaRPr>
          </a:p>
          <a:p>
            <a:pPr marL="0" lvl="0" indent="0" algn="ctr">
              <a:buNone/>
            </a:pPr>
            <a:r>
              <a:rPr lang="en-US" sz="1600">
                <a:solidFill>
                  <a:srgbClr val="FFFFFF"/>
                </a:solidFill>
              </a:rPr>
              <a:t>Manque de fidélisation</a:t>
            </a:r>
          </a:p>
        </p:txBody>
      </p:sp>
      <p:graphicFrame>
        <p:nvGraphicFramePr>
          <p:cNvPr id="5" name="Graphique 6" title="Chiffre d’affaires brut-Espace réservé-Graphique">
            <a:extLst>
              <a:ext uri="{FF2B5EF4-FFF2-40B4-BE49-F238E27FC236}">
                <a16:creationId xmlns:a16="http://schemas.microsoft.com/office/drawing/2014/main" id="{142F915B-1F7F-CD2F-FF0C-6175150A0C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1616017"/>
              </p:ext>
            </p:extLst>
          </p:nvPr>
        </p:nvGraphicFramePr>
        <p:xfrm>
          <a:off x="3964289" y="1444651"/>
          <a:ext cx="7694310" cy="4579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2ABB566A-FBB0-010A-59C5-D52B67F3801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/>
              <a:t>Nombre de transactions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E959A984-0DF9-9A25-0C32-CEC09BF97D84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rmAutofit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DCDC22C-9D58-4508-8C85-DE5F85FF5BE8}" type="slidenum">
              <a:rPr/>
              <a:t>8</a:t>
            </a:fld>
            <a:endParaRPr lang="fr-FR" sz="1000" b="0" i="0" u="none" strike="noStrike" kern="1200" cap="none" spc="0" baseline="0" dirty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  <p:pic>
        <p:nvPicPr>
          <p:cNvPr id="4" name="Image 3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9903D5C7-F6EE-ACD3-FA73-476AD757E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090" y="1828187"/>
            <a:ext cx="7548509" cy="38119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53505-1689-4CA1-90B8-28123EC01F5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  <a:solidFill>
            <a:srgbClr val="0065A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anchor="ctr" anchorCtr="1"/>
          <a:lstStyle/>
          <a:p>
            <a:pPr marL="0" lv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Pic à Noël 2021</a:t>
            </a:r>
          </a:p>
          <a:p>
            <a:pPr marL="0" lvl="0" indent="0" algn="ctr">
              <a:buNone/>
            </a:pPr>
            <a:r>
              <a:rPr lang="en-US" sz="1600" dirty="0" err="1">
                <a:solidFill>
                  <a:srgbClr val="FFFFFF"/>
                </a:solidFill>
              </a:rPr>
              <a:t>Indicateur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relativement</a:t>
            </a:r>
            <a:r>
              <a:rPr lang="en-US" sz="1600" dirty="0">
                <a:solidFill>
                  <a:srgbClr val="FFFFFF"/>
                </a:solidFill>
              </a:rPr>
              <a:t> stable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3897A42F-A318-BEFA-E3A4-CD1E4900A28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/>
              <a:t>Nombre d’articles vendus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8790B5F0-E507-F12F-37C2-2F10E6827CF8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rmAutofit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FACBEBF-FC57-43DD-9517-DD0813607CA8}" type="slidenum">
              <a:rPr/>
              <a:t>9</a:t>
            </a:fld>
            <a:endParaRPr lang="fr-FR" sz="1000" b="0" i="0" u="none" strike="noStrike" kern="1200" cap="none" spc="0" baseline="0" dirty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A5770-B226-56C1-4283-9BDFD756C7F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  <a:solidFill>
            <a:srgbClr val="0065A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anchor="ctr" anchorCtr="1"/>
          <a:lstStyle/>
          <a:p>
            <a:pPr marL="0" lvl="0" indent="0" algn="ctr">
              <a:buNone/>
            </a:pPr>
            <a:r>
              <a:rPr lang="en-US" sz="1600">
                <a:solidFill>
                  <a:srgbClr val="FFFFFF"/>
                </a:solidFill>
              </a:rPr>
              <a:t>Moins de variations extrêmes </a:t>
            </a:r>
          </a:p>
          <a:p>
            <a:pPr marL="0" lvl="0" indent="0" algn="ctr">
              <a:buNone/>
            </a:pPr>
            <a:r>
              <a:rPr lang="en-US" sz="1600">
                <a:solidFill>
                  <a:srgbClr val="FFFFFF"/>
                </a:solidFill>
              </a:rPr>
              <a:t>en 2022</a:t>
            </a:r>
          </a:p>
        </p:txBody>
      </p:sp>
      <p:pic>
        <p:nvPicPr>
          <p:cNvPr id="5" name="Image 5" descr="Une image contenant texte, Tracé, ligne, diagramme&#10;&#10;Le contenu généré par l’IA peut être incorrect.">
            <a:extLst>
              <a:ext uri="{FF2B5EF4-FFF2-40B4-BE49-F238E27FC236}">
                <a16:creationId xmlns:a16="http://schemas.microsoft.com/office/drawing/2014/main" id="{CEAAB714-9415-1BE3-0CFB-FBEDB32C4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289" y="1752904"/>
            <a:ext cx="7694310" cy="396257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50BAC783-72A1-85FD-357E-22A0AB96AD9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/>
              <a:t>Top ventes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CCC2423C-0CA7-73FC-D651-589CC3B13BE8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rmAutofit fontScale="85000"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6824D53-5060-41E1-91FD-137DD50A3558}" type="slidenum">
              <a:rPr/>
              <a:t>10</a:t>
            </a:fld>
            <a:endParaRPr lang="fr-FR" sz="1000" b="0" i="0" u="none" strike="noStrike" kern="1200" cap="none" spc="0" baseline="0" dirty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312FF-EDB2-2866-BF37-9C9D17A0547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  <a:solidFill>
            <a:srgbClr val="0065A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anchor="ctr" anchorCtr="1"/>
          <a:lstStyle/>
          <a:p>
            <a:pPr marL="0" lvl="0" indent="0" algn="ctr">
              <a:buNone/>
            </a:pPr>
            <a:r>
              <a:rPr lang="en-US" sz="1600">
                <a:solidFill>
                  <a:srgbClr val="FFFFFF"/>
                </a:solidFill>
              </a:rPr>
              <a:t>Sont-ils suffisamment </a:t>
            </a:r>
          </a:p>
          <a:p>
            <a:pPr marL="0" lvl="0" indent="0" algn="ctr">
              <a:buNone/>
            </a:pPr>
            <a:r>
              <a:rPr lang="en-US" sz="1600">
                <a:solidFill>
                  <a:srgbClr val="FFFFFF"/>
                </a:solidFill>
              </a:rPr>
              <a:t>mis en avant ?</a:t>
            </a:r>
          </a:p>
        </p:txBody>
      </p:sp>
      <p:pic>
        <p:nvPicPr>
          <p:cNvPr id="5" name="Image 3" descr="Une image contenant texte, capture d’écran, Police, Tracé&#10;&#10;Le contenu généré par l’IA peut être incorrect.">
            <a:extLst>
              <a:ext uri="{FF2B5EF4-FFF2-40B4-BE49-F238E27FC236}">
                <a16:creationId xmlns:a16="http://schemas.microsoft.com/office/drawing/2014/main" id="{71609440-7219-B06B-9395-60538AD98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289" y="1714435"/>
            <a:ext cx="7694310" cy="403951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8ED0412A-5454-28E5-25E7-DB2C3996BAB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/>
              <a:t>Flop ventes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711DCA1A-F015-92A7-89BF-27B368F87A02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rmAutofit fontScale="85000"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CCB6989-829F-49AE-8ECC-935306447DEA}" type="slidenum">
              <a:rPr/>
              <a:t>11</a:t>
            </a:fld>
            <a:endParaRPr lang="fr-FR" sz="1000" b="0" i="0" u="none" strike="noStrike" kern="1200" cap="none" spc="0" baseline="0" dirty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  <p:pic>
        <p:nvPicPr>
          <p:cNvPr id="4" name="Image 5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737C566B-E58A-E28B-5A1F-B655D7FE6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090" y="1771576"/>
            <a:ext cx="7548509" cy="392522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819FA-CEFC-8B6A-779C-4BB822C3557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  <a:solidFill>
            <a:srgbClr val="0065A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anchor="ctr" anchorCtr="1"/>
          <a:lstStyle/>
          <a:p>
            <a:pPr marL="0" lvl="0" indent="0" algn="ctr">
              <a:buNone/>
            </a:pPr>
            <a:r>
              <a:rPr lang="en-US" sz="1600">
                <a:solidFill>
                  <a:srgbClr val="FFFFFF"/>
                </a:solidFill>
              </a:rPr>
              <a:t>Pertinence de stocker</a:t>
            </a:r>
          </a:p>
          <a:p>
            <a:pPr marL="0" lvl="0" indent="0" algn="ctr">
              <a:buNone/>
            </a:pPr>
            <a:r>
              <a:rPr lang="en-US" sz="1600">
                <a:solidFill>
                  <a:srgbClr val="FFFFFF"/>
                </a:solidFill>
              </a:rPr>
              <a:t>ces produits ?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883E2903-A666-F602-E4AC-B9A77C0D59A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/>
              <a:t>Top clients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2E914DBC-B79E-0959-ECDA-C2A414B4CC65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rmAutofit fontScale="85000"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9033EC9-EBF2-4E81-A632-C77D88DC7B6A}" type="slidenum">
              <a:rPr/>
              <a:t>12</a:t>
            </a:fld>
            <a:endParaRPr lang="fr-FR" sz="1000" b="0" i="0" u="none" strike="noStrike" kern="1200" cap="none" spc="0" baseline="0" dirty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17E9D-1E0D-BF5A-E846-FC47D4D60CD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  <a:solidFill>
            <a:srgbClr val="0065A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anchor="ctr" anchorCtr="1"/>
          <a:lstStyle/>
          <a:p>
            <a:pPr marL="0" lvl="0" indent="0" algn="ctr">
              <a:buNone/>
            </a:pPr>
            <a:r>
              <a:rPr lang="en-US" sz="1600">
                <a:solidFill>
                  <a:srgbClr val="FFFFFF"/>
                </a:solidFill>
              </a:rPr>
              <a:t>Recrutons d’autres clients BToB</a:t>
            </a:r>
          </a:p>
        </p:txBody>
      </p:sp>
      <p:pic>
        <p:nvPicPr>
          <p:cNvPr id="5" name="Image 5" descr="Une image contenant texte, capture d’écran, Tracé, Police&#10;&#10;Le contenu généré par l’IA peut être incorrect.">
            <a:extLst>
              <a:ext uri="{FF2B5EF4-FFF2-40B4-BE49-F238E27FC236}">
                <a16:creationId xmlns:a16="http://schemas.microsoft.com/office/drawing/2014/main" id="{E0309A59-AE47-5123-F548-12C19C69A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825" y="1444651"/>
            <a:ext cx="6736576" cy="346933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077404E-3804-B687-C994-380DE7116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138" y="4996363"/>
            <a:ext cx="2491959" cy="150127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896A9CA0-A5EF-85BC-7563-BE3710BA578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/>
              <a:t>Courbe de Lorenz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0AEEE06C-16D6-65CC-1040-6ED2F4AEE01B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rmAutofit fontScale="85000"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971DB3F-5F50-4C3E-83A3-C35A0EAC64E9}" type="slidenum">
              <a:rPr/>
              <a:t>13</a:t>
            </a:fld>
            <a:endParaRPr lang="fr-FR" sz="1000" b="0" i="0" u="none" strike="noStrike" kern="1200" cap="none" spc="0" baseline="0" dirty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  <p:pic>
        <p:nvPicPr>
          <p:cNvPr id="4" name="Image 5" descr="Une image contenant texte, ligne, Tracé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08EA688-74C0-68A8-6053-4C6661769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891" y="1444651"/>
            <a:ext cx="4732897" cy="457907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741D7-B6E1-AA1D-44CF-137F824D890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  <a:solidFill>
            <a:srgbClr val="0065A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anchor="ctr" anchorCtr="1"/>
          <a:lstStyle/>
          <a:p>
            <a:pPr marL="0" lvl="0" indent="0" algn="ctr">
              <a:buNone/>
            </a:pPr>
            <a:r>
              <a:rPr lang="en-US" sz="1600">
                <a:solidFill>
                  <a:srgbClr val="FFFFFF"/>
                </a:solidFill>
              </a:rPr>
              <a:t>80% des clients -&gt; ~50% du CA</a:t>
            </a:r>
          </a:p>
          <a:p>
            <a:pPr marL="0" lvl="0" indent="0" algn="ctr">
              <a:buNone/>
            </a:pPr>
            <a:r>
              <a:rPr lang="en-US" sz="1600">
                <a:solidFill>
                  <a:srgbClr val="FFFFFF"/>
                </a:solidFill>
              </a:rPr>
              <a:t>Importance des clients BToB</a:t>
            </a:r>
          </a:p>
        </p:txBody>
      </p:sp>
      <p:sp>
        <p:nvSpPr>
          <p:cNvPr id="6" name="Flèche : droite 8">
            <a:extLst>
              <a:ext uri="{FF2B5EF4-FFF2-40B4-BE49-F238E27FC236}">
                <a16:creationId xmlns:a16="http://schemas.microsoft.com/office/drawing/2014/main" id="{CA9838A4-1868-7194-8DB1-9BB3C5350C93}"/>
              </a:ext>
            </a:extLst>
          </p:cNvPr>
          <p:cNvSpPr/>
          <p:nvPr/>
        </p:nvSpPr>
        <p:spPr>
          <a:xfrm>
            <a:off x="2133596" y="3429000"/>
            <a:ext cx="264161" cy="238758"/>
          </a:xfrm>
          <a:custGeom>
            <a:avLst>
              <a:gd name="f0" fmla="val 11838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>
            <a:extLst>
              <a:ext uri="{FF2B5EF4-FFF2-40B4-BE49-F238E27FC236}">
                <a16:creationId xmlns:a16="http://schemas.microsoft.com/office/drawing/2014/main" id="{EE4F212D-B0EB-4A55-352D-B725CDC6128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FR" sz="4900"/>
              <a:t>Analyse des corrélations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A718BBEE-495D-EDB3-5D7A-81463ABE01FA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12ADC85-B618-4118-9111-FF864DD8DD8F}" type="slidenum">
              <a:rPr lang="fr-FR" sz="1600" smtClean="0"/>
              <a:t>14</a:t>
            </a:fld>
            <a:endParaRPr lang="fr-FR" sz="1600" b="0" i="0" u="none" strike="noStrike" kern="1200" cap="none" spc="0" baseline="0" dirty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7FAF3184-1206-E309-2410-AD1AC0C7B36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/>
              <a:t>Genre et catégorie de produits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828F4AB7-D45F-63AC-1789-D9EDF52B00B5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rmAutofit fontScale="85000"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A307698-346B-45E3-93F7-D20870BF7170}" type="slidenum">
              <a:rPr/>
              <a:t>15</a:t>
            </a:fld>
            <a:endParaRPr lang="fr-FR" sz="1000" b="0" i="0" u="none" strike="noStrike" kern="1200" cap="none" spc="0" baseline="0" dirty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EBD3D-51A4-9EAF-642C-BBACF925E89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  <a:solidFill>
            <a:srgbClr val="0065A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pPr marL="0" lvl="0" indent="0">
              <a:buNone/>
            </a:pPr>
            <a:r>
              <a:rPr lang="en-US" sz="2000" b="1" i="1" u="sng">
                <a:solidFill>
                  <a:srgbClr val="FFFFFF"/>
                </a:solidFill>
              </a:rPr>
              <a:t>Test Chi-Carré :</a:t>
            </a:r>
          </a:p>
          <a:p>
            <a:pPr marL="0" lvl="0" indent="0">
              <a:buNone/>
            </a:pPr>
            <a:r>
              <a:rPr lang="fr-FR" sz="1600">
                <a:solidFill>
                  <a:srgbClr val="FFFFFF"/>
                </a:solidFill>
              </a:rPr>
              <a:t>Statistique Chi-2: 158.254</a:t>
            </a:r>
          </a:p>
          <a:p>
            <a:pPr marL="0" lvl="0" indent="0">
              <a:buNone/>
            </a:pPr>
            <a:r>
              <a:rPr lang="fr-FR" sz="1600">
                <a:solidFill>
                  <a:srgbClr val="FFFFFF"/>
                </a:solidFill>
              </a:rPr>
              <a:t>Valeur p: 4.320e-35</a:t>
            </a:r>
          </a:p>
          <a:p>
            <a:pPr marL="0" lvl="0" indent="0">
              <a:buNone/>
            </a:pPr>
            <a:r>
              <a:rPr lang="fr-FR" sz="1600">
                <a:solidFill>
                  <a:srgbClr val="FFFFFF"/>
                </a:solidFill>
              </a:rPr>
              <a:t>Degrés de liberté: 2</a:t>
            </a:r>
          </a:p>
          <a:p>
            <a:pPr marL="0" lvl="0" indent="0">
              <a:buNone/>
            </a:pPr>
            <a:r>
              <a:rPr lang="fr-FR" sz="1600">
                <a:solidFill>
                  <a:srgbClr val="FFFFFF"/>
                </a:solidFill>
              </a:rPr>
              <a:t>Fréquences attendues:</a:t>
            </a:r>
          </a:p>
          <a:p>
            <a:pPr marL="0" lvl="0" indent="0">
              <a:buNone/>
            </a:pPr>
            <a:r>
              <a:rPr lang="fr-FR" sz="1600">
                <a:solidFill>
                  <a:srgbClr val="FFFFFF"/>
                </a:solidFill>
              </a:rPr>
              <a:t>[[207080.509 117427.980  18184.509]</a:t>
            </a:r>
          </a:p>
          <a:p>
            <a:pPr marL="0" lvl="0" indent="0">
              <a:buNone/>
            </a:pPr>
            <a:r>
              <a:rPr lang="fr-FR" sz="1600">
                <a:solidFill>
                  <a:srgbClr val="FFFFFF"/>
                </a:solidFill>
              </a:rPr>
              <a:t> [208378.490 118164.019  18298.490]]</a:t>
            </a:r>
          </a:p>
          <a:p>
            <a:pPr marL="0" lvl="0" indent="0">
              <a:buNone/>
            </a:pPr>
            <a:r>
              <a:rPr lang="fr-FR" sz="1600" b="1">
                <a:solidFill>
                  <a:srgbClr val="FFFFFF"/>
                </a:solidFill>
              </a:rPr>
              <a:t>p&lt;0,05 : </a:t>
            </a:r>
            <a:r>
              <a:rPr lang="fr-FR" sz="1600">
                <a:solidFill>
                  <a:srgbClr val="FFFFFF"/>
                </a:solidFill>
              </a:rPr>
              <a:t>on rejette l'hypothèse nulle, </a:t>
            </a:r>
            <a:r>
              <a:rPr lang="fr-FR" sz="1600" u="sng">
                <a:solidFill>
                  <a:srgbClr val="FFFFFF"/>
                </a:solidFill>
              </a:rPr>
              <a:t>il y a bien une corrélation </a:t>
            </a:r>
            <a:r>
              <a:rPr lang="fr-FR" sz="1600">
                <a:solidFill>
                  <a:srgbClr val="FFFFFF"/>
                </a:solidFill>
              </a:rPr>
              <a:t>entre le genre et la catégorie de produits achetés</a:t>
            </a:r>
          </a:p>
          <a:p>
            <a:pPr marL="0" lvl="0" indent="0">
              <a:buNone/>
            </a:pPr>
            <a:endParaRPr lang="en-US" sz="1600">
              <a:solidFill>
                <a:srgbClr val="FFFFFF"/>
              </a:solidFill>
            </a:endParaRPr>
          </a:p>
        </p:txBody>
      </p:sp>
      <p:graphicFrame>
        <p:nvGraphicFramePr>
          <p:cNvPr id="5" name="Graphique 6" title="Chiffre d’affaires brut-Espace réservé-Graphique">
            <a:extLst>
              <a:ext uri="{FF2B5EF4-FFF2-40B4-BE49-F238E27FC236}">
                <a16:creationId xmlns:a16="http://schemas.microsoft.com/office/drawing/2014/main" id="{FF9044F1-B5C5-7A6F-A95C-CA5095F994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8861640"/>
              </p:ext>
            </p:extLst>
          </p:nvPr>
        </p:nvGraphicFramePr>
        <p:xfrm>
          <a:off x="3964289" y="1444651"/>
          <a:ext cx="7694310" cy="4579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088C8C65-4A12-2EC0-15A6-F6163852B3F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/>
              <a:t>Age et montants d’achat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D4413524-B9B7-9D35-F2A0-572B6A4A6FF1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rmAutofit fontScale="85000"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EA7E116-763F-42CD-9D1D-690BFC4C2321}" type="slidenum">
              <a:rPr/>
              <a:t>16</a:t>
            </a:fld>
            <a:endParaRPr lang="fr-FR" sz="1000" b="0" i="0" u="none" strike="noStrike" kern="1200" cap="none" spc="0" baseline="0" dirty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17B47-E144-88DA-926A-EB599125A0E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  <a:solidFill>
            <a:srgbClr val="0065A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pPr marL="0" lvl="0" indent="0">
              <a:lnSpc>
                <a:spcPct val="80000"/>
              </a:lnSpc>
              <a:buNone/>
            </a:pPr>
            <a:r>
              <a:rPr lang="en-US" sz="1900" b="1" i="1" u="sng">
                <a:solidFill>
                  <a:srgbClr val="FFFFFF"/>
                </a:solidFill>
              </a:rPr>
              <a:t>Test de Shapiro – Wilk :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>
                <a:solidFill>
                  <a:srgbClr val="FFFFFF"/>
                </a:solidFill>
              </a:rPr>
              <a:t>Statistique du test : 0.9313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>
                <a:solidFill>
                  <a:srgbClr val="FFFFFF"/>
                </a:solidFill>
              </a:rPr>
              <a:t>Valeur p : 0.00041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 b="1">
                <a:solidFill>
                  <a:srgbClr val="FFFFFF"/>
                </a:solidFill>
              </a:rPr>
              <a:t>p&lt;0,05 : </a:t>
            </a:r>
            <a:r>
              <a:rPr lang="fr-FR" sz="1500">
                <a:solidFill>
                  <a:srgbClr val="FFFFFF"/>
                </a:solidFill>
              </a:rPr>
              <a:t>Les données ne suivent pas une distribution normale (on rejette H0)</a:t>
            </a:r>
          </a:p>
          <a:p>
            <a:pPr marL="0" lvl="0" indent="0">
              <a:lnSpc>
                <a:spcPct val="80000"/>
              </a:lnSpc>
              <a:buNone/>
            </a:pPr>
            <a:endParaRPr lang="fr-FR" sz="1500">
              <a:solidFill>
                <a:srgbClr val="FFFFFF"/>
              </a:solidFill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en-US" sz="1900" b="1" i="1" u="sng">
                <a:solidFill>
                  <a:srgbClr val="FFFFFF"/>
                </a:solidFill>
              </a:rPr>
              <a:t>Test de Spearman : 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>
                <a:solidFill>
                  <a:srgbClr val="FFFFFF"/>
                </a:solidFill>
              </a:rPr>
              <a:t>Coefficient de corrélation de Spearman: -0.8734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>
                <a:solidFill>
                  <a:srgbClr val="FFFFFF"/>
                </a:solidFill>
              </a:rPr>
              <a:t>Valeur p: 1.851e-25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 b="1">
                <a:solidFill>
                  <a:srgbClr val="FFFFFF"/>
                </a:solidFill>
              </a:rPr>
              <a:t>p&lt;0,05 : </a:t>
            </a:r>
            <a:r>
              <a:rPr lang="fr-FR" sz="1500">
                <a:solidFill>
                  <a:srgbClr val="FFFFFF"/>
                </a:solidFill>
              </a:rPr>
              <a:t>on rejette H0, </a:t>
            </a:r>
            <a:r>
              <a:rPr lang="fr-FR" sz="1500" u="sng">
                <a:solidFill>
                  <a:srgbClr val="FFFFFF"/>
                </a:solidFill>
              </a:rPr>
              <a:t>il y a bien une corrélation</a:t>
            </a:r>
            <a:r>
              <a:rPr lang="fr-FR" sz="1500">
                <a:solidFill>
                  <a:srgbClr val="FFFFFF"/>
                </a:solidFill>
              </a:rPr>
              <a:t> entre l'âge et le montant des achats</a:t>
            </a:r>
            <a:br>
              <a:rPr lang="fr-FR" sz="1500">
                <a:solidFill>
                  <a:srgbClr val="FFFFFF"/>
                </a:solidFill>
              </a:rPr>
            </a:br>
            <a:endParaRPr lang="fr-FR" sz="1500">
              <a:solidFill>
                <a:srgbClr val="FFFFFF"/>
              </a:solidFill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>
                <a:solidFill>
                  <a:srgbClr val="FFFFFF"/>
                </a:solidFill>
              </a:rPr>
              <a:t>Le coefficient indique une corrélation forte corrélation négative</a:t>
            </a:r>
          </a:p>
          <a:p>
            <a:pPr marL="0" lvl="0" indent="0">
              <a:lnSpc>
                <a:spcPct val="80000"/>
              </a:lnSpc>
              <a:buNone/>
            </a:pPr>
            <a:endParaRPr lang="en-US" sz="1500">
              <a:solidFill>
                <a:srgbClr val="FFFFFF"/>
              </a:solidFill>
            </a:endParaRPr>
          </a:p>
        </p:txBody>
      </p:sp>
      <p:graphicFrame>
        <p:nvGraphicFramePr>
          <p:cNvPr id="5" name="Graphique 6" title="Chiffre d’affaires brut-Espace réservé-Graphique">
            <a:extLst>
              <a:ext uri="{FF2B5EF4-FFF2-40B4-BE49-F238E27FC236}">
                <a16:creationId xmlns:a16="http://schemas.microsoft.com/office/drawing/2014/main" id="{19DE89AE-69CD-CB28-3407-0B17491ACC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3982033"/>
              </p:ext>
            </p:extLst>
          </p:nvPr>
        </p:nvGraphicFramePr>
        <p:xfrm>
          <a:off x="3964289" y="1444651"/>
          <a:ext cx="7694310" cy="4579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A2378977-CC50-7E85-60E5-D42C60ADE09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/>
              <a:t>Age et fréquence d’achat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1DF3A543-678E-4C0C-9BAD-CF9EC667F397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rmAutofit fontScale="85000"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763CA9F-365E-426B-966F-66F6DFBF10B0}" type="slidenum">
              <a:rPr/>
              <a:t>17</a:t>
            </a:fld>
            <a:endParaRPr lang="fr-FR" sz="1000" b="0" i="0" u="none" strike="noStrike" kern="1200" cap="none" spc="0" baseline="0" dirty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E7682-B5E7-CFB5-2FAE-2FD5AED9C8E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  <a:solidFill>
            <a:srgbClr val="0065A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pPr marL="0" lvl="0" indent="0">
              <a:lnSpc>
                <a:spcPct val="80000"/>
              </a:lnSpc>
              <a:buNone/>
            </a:pPr>
            <a:r>
              <a:rPr lang="fr-FR" sz="1900" b="1" i="1" u="sng">
                <a:solidFill>
                  <a:srgbClr val="FFFFFF"/>
                </a:solidFill>
              </a:rPr>
              <a:t>Test de Shapiro-Wilk :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>
                <a:solidFill>
                  <a:srgbClr val="FFFFFF"/>
                </a:solidFill>
              </a:rPr>
              <a:t>Statistique du test : 0.936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>
                <a:solidFill>
                  <a:srgbClr val="FFFFFF"/>
                </a:solidFill>
              </a:rPr>
              <a:t>Valeur p : 0.0007048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 b="1">
                <a:solidFill>
                  <a:srgbClr val="FFFFFF"/>
                </a:solidFill>
              </a:rPr>
              <a:t>p&lt;0,05 : </a:t>
            </a:r>
            <a:r>
              <a:rPr lang="fr-FR" sz="1500">
                <a:solidFill>
                  <a:srgbClr val="FFFFFF"/>
                </a:solidFill>
              </a:rPr>
              <a:t>Les données ne suivent pas une distribution normale (on rejette H0)</a:t>
            </a:r>
          </a:p>
          <a:p>
            <a:pPr marL="0" lvl="0" indent="0">
              <a:lnSpc>
                <a:spcPct val="80000"/>
              </a:lnSpc>
              <a:buNone/>
            </a:pPr>
            <a:endParaRPr lang="fr-FR" sz="1500">
              <a:solidFill>
                <a:srgbClr val="FFFFFF"/>
              </a:solidFill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fr-FR" sz="1900" b="1" i="1" u="sng">
                <a:solidFill>
                  <a:srgbClr val="FFFFFF"/>
                </a:solidFill>
              </a:rPr>
              <a:t>Test de Spearman :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>
                <a:solidFill>
                  <a:srgbClr val="FFFFFF"/>
                </a:solidFill>
              </a:rPr>
              <a:t>Coefficient de corrélation de Spearman: -0.68649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>
                <a:solidFill>
                  <a:srgbClr val="FFFFFF"/>
                </a:solidFill>
              </a:rPr>
              <a:t>Valeur p: 3.984e-12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 b="1">
                <a:solidFill>
                  <a:srgbClr val="FFFFFF"/>
                </a:solidFill>
              </a:rPr>
              <a:t>p&lt;0,05 : </a:t>
            </a:r>
            <a:r>
              <a:rPr lang="fr-FR" sz="1500">
                <a:solidFill>
                  <a:srgbClr val="FFFFFF"/>
                </a:solidFill>
              </a:rPr>
              <a:t>on rejette H0, </a:t>
            </a:r>
            <a:r>
              <a:rPr lang="fr-FR" sz="1500" u="sng">
                <a:solidFill>
                  <a:srgbClr val="FFFFFF"/>
                </a:solidFill>
              </a:rPr>
              <a:t>il y a bien une corrélation</a:t>
            </a:r>
            <a:r>
              <a:rPr lang="fr-FR" sz="1500">
                <a:solidFill>
                  <a:srgbClr val="FFFFFF"/>
                </a:solidFill>
              </a:rPr>
              <a:t> entre l'âge et le montant des achats</a:t>
            </a:r>
          </a:p>
          <a:p>
            <a:pPr marL="0" lvl="0" indent="0">
              <a:lnSpc>
                <a:spcPct val="80000"/>
              </a:lnSpc>
              <a:buNone/>
            </a:pPr>
            <a:br>
              <a:rPr lang="fr-FR" sz="1500">
                <a:solidFill>
                  <a:srgbClr val="FFFFFF"/>
                </a:solidFill>
              </a:rPr>
            </a:br>
            <a:r>
              <a:rPr lang="fr-FR" sz="1500">
                <a:solidFill>
                  <a:srgbClr val="FFFFFF"/>
                </a:solidFill>
              </a:rPr>
              <a:t>Le coefficient indique une corrélation négative</a:t>
            </a:r>
          </a:p>
          <a:p>
            <a:pPr marL="0" lvl="0" indent="0">
              <a:lnSpc>
                <a:spcPct val="80000"/>
              </a:lnSpc>
              <a:buNone/>
            </a:pPr>
            <a:endParaRPr lang="fr-FR" sz="1500">
              <a:solidFill>
                <a:srgbClr val="FFFFFF"/>
              </a:solidFill>
            </a:endParaRPr>
          </a:p>
          <a:p>
            <a:pPr marL="0" lvl="0" indent="0">
              <a:lnSpc>
                <a:spcPct val="80000"/>
              </a:lnSpc>
              <a:buNone/>
            </a:pPr>
            <a:endParaRPr lang="fr-FR" sz="1500">
              <a:solidFill>
                <a:srgbClr val="FFFFFF"/>
              </a:solidFill>
            </a:endParaRPr>
          </a:p>
          <a:p>
            <a:pPr marL="0" lvl="0" indent="0">
              <a:lnSpc>
                <a:spcPct val="80000"/>
              </a:lnSpc>
              <a:buNone/>
            </a:pPr>
            <a:endParaRPr lang="en-US" sz="1500">
              <a:solidFill>
                <a:srgbClr val="FFFFFF"/>
              </a:solidFill>
            </a:endParaRPr>
          </a:p>
        </p:txBody>
      </p:sp>
      <p:graphicFrame>
        <p:nvGraphicFramePr>
          <p:cNvPr id="5" name="Graphique 6" title="Chiffre d’affaires brut-Espace réservé-Graphique">
            <a:extLst>
              <a:ext uri="{FF2B5EF4-FFF2-40B4-BE49-F238E27FC236}">
                <a16:creationId xmlns:a16="http://schemas.microsoft.com/office/drawing/2014/main" id="{A3A09D97-558A-FED1-7837-EAD60BCC8D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1603561"/>
              </p:ext>
            </p:extLst>
          </p:nvPr>
        </p:nvGraphicFramePr>
        <p:xfrm>
          <a:off x="3964289" y="1444651"/>
          <a:ext cx="7694310" cy="4579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9A3C6C2C-D2EF-1118-45B6-04A843A99CD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/>
              <a:t>Age et taille du panier moyen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62382EB8-9487-F7DC-5922-70691BC24A44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rmAutofit fontScale="85000"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32A36A8-7CBB-40FE-8404-8DE5194A457E}" type="slidenum">
              <a:rPr/>
              <a:t>18</a:t>
            </a:fld>
            <a:endParaRPr lang="fr-FR" sz="1000" b="0" i="0" u="none" strike="noStrike" kern="1200" cap="none" spc="0" baseline="0" dirty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28235-B521-6A8B-446F-848FF077CB7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  <a:solidFill>
            <a:srgbClr val="0065A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pPr marL="0" lvl="0" indent="0">
              <a:lnSpc>
                <a:spcPct val="80000"/>
              </a:lnSpc>
              <a:buNone/>
            </a:pPr>
            <a:r>
              <a:rPr lang="en-US" sz="1900" b="1" i="1" u="sng" dirty="0">
                <a:solidFill>
                  <a:srgbClr val="FFFFFF"/>
                </a:solidFill>
              </a:rPr>
              <a:t>Test de Shapiro-Wilk </a:t>
            </a:r>
            <a:r>
              <a:rPr lang="en-US" sz="1500" dirty="0">
                <a:solidFill>
                  <a:srgbClr val="FFFFFF"/>
                </a:solidFill>
              </a:rPr>
              <a:t>: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 dirty="0">
                <a:solidFill>
                  <a:srgbClr val="FFFFFF"/>
                </a:solidFill>
              </a:rPr>
              <a:t>Statistique du test : 0.790956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 dirty="0">
                <a:solidFill>
                  <a:srgbClr val="FFFFFF"/>
                </a:solidFill>
              </a:rPr>
              <a:t>Valeur p : 3.677e-09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 b="1" dirty="0">
                <a:solidFill>
                  <a:srgbClr val="FFFFFF"/>
                </a:solidFill>
              </a:rPr>
              <a:t>p&lt;0,05 : </a:t>
            </a:r>
            <a:r>
              <a:rPr lang="fr-FR" sz="1500" dirty="0">
                <a:solidFill>
                  <a:srgbClr val="FFFFFF"/>
                </a:solidFill>
              </a:rPr>
              <a:t>Les données ne suivent pas une distribution normale (on rejette H0)</a:t>
            </a:r>
          </a:p>
          <a:p>
            <a:pPr marL="0" lvl="0" indent="0">
              <a:lnSpc>
                <a:spcPct val="80000"/>
              </a:lnSpc>
              <a:buNone/>
            </a:pPr>
            <a:endParaRPr lang="fr-FR" sz="1500" dirty="0">
              <a:solidFill>
                <a:srgbClr val="FFFFFF"/>
              </a:solidFill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fr-FR" sz="1900" b="1" i="1" u="sng" dirty="0">
                <a:solidFill>
                  <a:srgbClr val="FFFFFF"/>
                </a:solidFill>
              </a:rPr>
              <a:t>Test de Spearman :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 dirty="0">
                <a:solidFill>
                  <a:srgbClr val="FFFFFF"/>
                </a:solidFill>
              </a:rPr>
              <a:t>Coefficient de corrélation : -0.5925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 dirty="0">
                <a:solidFill>
                  <a:srgbClr val="FFFFFF"/>
                </a:solidFill>
              </a:rPr>
              <a:t>Valeur p: 1.096e-08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500" b="1" dirty="0">
                <a:solidFill>
                  <a:srgbClr val="FFFFFF"/>
                </a:solidFill>
              </a:rPr>
              <a:t>p&lt;0,05 : </a:t>
            </a:r>
            <a:r>
              <a:rPr lang="fr-FR" sz="1500" dirty="0">
                <a:solidFill>
                  <a:srgbClr val="FFFFFF"/>
                </a:solidFill>
              </a:rPr>
              <a:t>on rejette H0, </a:t>
            </a:r>
            <a:r>
              <a:rPr lang="fr-FR" sz="1500" u="sng" dirty="0">
                <a:solidFill>
                  <a:srgbClr val="FFFFFF"/>
                </a:solidFill>
              </a:rPr>
              <a:t>il y a bien une corrélation</a:t>
            </a:r>
            <a:r>
              <a:rPr lang="fr-FR" sz="1500" dirty="0">
                <a:solidFill>
                  <a:srgbClr val="FFFFFF"/>
                </a:solidFill>
              </a:rPr>
              <a:t> entre l'âge et la taille du panier moyen</a:t>
            </a:r>
          </a:p>
          <a:p>
            <a:pPr marL="0" lvl="0" indent="0">
              <a:lnSpc>
                <a:spcPct val="80000"/>
              </a:lnSpc>
              <a:buNone/>
            </a:pPr>
            <a:br>
              <a:rPr lang="fr-FR" sz="1500" dirty="0">
                <a:solidFill>
                  <a:srgbClr val="FFFFFF"/>
                </a:solidFill>
              </a:rPr>
            </a:br>
            <a:r>
              <a:rPr lang="fr-FR" sz="1500" dirty="0">
                <a:solidFill>
                  <a:srgbClr val="FFFFFF"/>
                </a:solidFill>
              </a:rPr>
              <a:t>Le coefficient indique une corrélation négative</a:t>
            </a:r>
          </a:p>
          <a:p>
            <a:pPr marL="0" lvl="0" indent="0">
              <a:lnSpc>
                <a:spcPct val="80000"/>
              </a:lnSpc>
              <a:buNone/>
            </a:pPr>
            <a:endParaRPr lang="fr-FR" sz="1500" dirty="0">
              <a:solidFill>
                <a:srgbClr val="FFFFFF"/>
              </a:solidFill>
            </a:endParaRPr>
          </a:p>
          <a:p>
            <a:pPr marL="0" lvl="0" indent="0">
              <a:lnSpc>
                <a:spcPct val="80000"/>
              </a:lnSpc>
              <a:buNone/>
            </a:pPr>
            <a:endParaRPr lang="en-US" sz="1500" dirty="0">
              <a:solidFill>
                <a:srgbClr val="FFFFFF"/>
              </a:solidFill>
            </a:endParaRPr>
          </a:p>
        </p:txBody>
      </p:sp>
      <p:graphicFrame>
        <p:nvGraphicFramePr>
          <p:cNvPr id="5" name="Graphique 6" title="Chiffre d’affaires brut-Espace réservé-Graphique">
            <a:extLst>
              <a:ext uri="{FF2B5EF4-FFF2-40B4-BE49-F238E27FC236}">
                <a16:creationId xmlns:a16="http://schemas.microsoft.com/office/drawing/2014/main" id="{A18BFECE-9662-540C-E85D-12EBAB307C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9370220"/>
              </p:ext>
            </p:extLst>
          </p:nvPr>
        </p:nvGraphicFramePr>
        <p:xfrm>
          <a:off x="3964289" y="1444651"/>
          <a:ext cx="7694310" cy="4579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2EF362CB-A6B6-E2F3-BBAB-C71328E29C3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/>
              <a:t>Age et valeur du panier moyen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582B0E90-3D94-7291-D27B-11FCE8A1FBA8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rmAutofit fontScale="85000"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37304B4-E4B5-465F-9A7E-C13A8FF655EB}" type="slidenum">
              <a:rPr/>
              <a:t>19</a:t>
            </a:fld>
            <a:endParaRPr lang="fr-FR" sz="1000" b="0" i="0" u="none" strike="noStrike" kern="1200" cap="none" spc="0" baseline="0" dirty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FD1EA-3D82-D4FE-B44C-AE442F2F7EE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  <a:solidFill>
            <a:srgbClr val="0065A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pPr marL="0" lvl="0" indent="0">
              <a:buNone/>
            </a:pPr>
            <a:r>
              <a:rPr lang="en-US" sz="2000" b="1" i="1" u="sng">
                <a:solidFill>
                  <a:srgbClr val="FFFFFF"/>
                </a:solidFill>
              </a:rPr>
              <a:t>Test de Shapiro-Wilk :</a:t>
            </a:r>
          </a:p>
          <a:p>
            <a:pPr marL="0" lvl="0" indent="0">
              <a:buNone/>
            </a:pPr>
            <a:r>
              <a:rPr lang="fr-FR" sz="1600">
                <a:solidFill>
                  <a:srgbClr val="FFFFFF"/>
                </a:solidFill>
              </a:rPr>
              <a:t>Statistique du test : 0.6439</a:t>
            </a:r>
          </a:p>
          <a:p>
            <a:pPr marL="0" lvl="0" indent="0">
              <a:buNone/>
            </a:pPr>
            <a:r>
              <a:rPr lang="fr-FR" sz="1600">
                <a:solidFill>
                  <a:srgbClr val="FFFFFF"/>
                </a:solidFill>
              </a:rPr>
              <a:t>Valeur p : 1.8522e-12</a:t>
            </a:r>
          </a:p>
          <a:p>
            <a:pPr marL="0" lvl="0" indent="0">
              <a:buNone/>
            </a:pPr>
            <a:r>
              <a:rPr lang="fr-FR" sz="1600">
                <a:solidFill>
                  <a:srgbClr val="FFFFFF"/>
                </a:solidFill>
              </a:rPr>
              <a:t>Les données ne suivent pas une distribution normale (on rejette H0)</a:t>
            </a:r>
            <a:endParaRPr lang="en-US" sz="1600">
              <a:solidFill>
                <a:srgbClr val="FFFFFF"/>
              </a:solidFill>
            </a:endParaRPr>
          </a:p>
          <a:p>
            <a:pPr marL="0" lvl="0" indent="0">
              <a:buNone/>
            </a:pPr>
            <a:endParaRPr lang="en-US" sz="1600">
              <a:solidFill>
                <a:srgbClr val="FFFFFF"/>
              </a:solidFill>
            </a:endParaRPr>
          </a:p>
          <a:p>
            <a:pPr marL="0" lvl="0" indent="0">
              <a:buNone/>
            </a:pPr>
            <a:r>
              <a:rPr lang="en-US" sz="2000" b="1" i="1" u="sng">
                <a:solidFill>
                  <a:srgbClr val="FFFFFF"/>
                </a:solidFill>
              </a:rPr>
              <a:t>Test de Spearman </a:t>
            </a:r>
            <a:r>
              <a:rPr lang="en-US" sz="1600" b="1" i="1" u="sng">
                <a:solidFill>
                  <a:srgbClr val="FFFFFF"/>
                </a:solidFill>
              </a:rPr>
              <a:t>:</a:t>
            </a:r>
          </a:p>
          <a:p>
            <a:pPr marL="0" lvl="0" indent="0">
              <a:buNone/>
            </a:pPr>
            <a:r>
              <a:rPr lang="fr-FR" sz="1600">
                <a:solidFill>
                  <a:srgbClr val="FFFFFF"/>
                </a:solidFill>
              </a:rPr>
              <a:t>Coefficient de corrélation : -0.7797</a:t>
            </a:r>
          </a:p>
          <a:p>
            <a:pPr marL="0" lvl="0" indent="0">
              <a:buNone/>
            </a:pPr>
            <a:r>
              <a:rPr lang="fr-FR" sz="1600">
                <a:solidFill>
                  <a:srgbClr val="FFFFFF"/>
                </a:solidFill>
              </a:rPr>
              <a:t>Valeur p: 4.040e-17</a:t>
            </a:r>
          </a:p>
          <a:p>
            <a:pPr marL="0" lvl="0" indent="0">
              <a:buNone/>
            </a:pPr>
            <a:r>
              <a:rPr lang="fr-FR" sz="1600" b="1">
                <a:solidFill>
                  <a:srgbClr val="FFFFFF"/>
                </a:solidFill>
              </a:rPr>
              <a:t>p&lt;0,05 : </a:t>
            </a:r>
            <a:r>
              <a:rPr lang="fr-FR" sz="1600">
                <a:solidFill>
                  <a:srgbClr val="FFFFFF"/>
                </a:solidFill>
              </a:rPr>
              <a:t>on rejette H0, </a:t>
            </a:r>
            <a:r>
              <a:rPr lang="fr-FR" sz="1600" u="sng">
                <a:solidFill>
                  <a:srgbClr val="FFFFFF"/>
                </a:solidFill>
              </a:rPr>
              <a:t>il y a bien une corrélation</a:t>
            </a:r>
            <a:r>
              <a:rPr lang="fr-FR" sz="1600">
                <a:solidFill>
                  <a:srgbClr val="FFFFFF"/>
                </a:solidFill>
              </a:rPr>
              <a:t> entre l'âge et la valeur du panier moyen</a:t>
            </a:r>
          </a:p>
          <a:p>
            <a:pPr marL="0" lvl="0" indent="0">
              <a:buNone/>
            </a:pPr>
            <a:r>
              <a:rPr lang="fr-FR" sz="1600">
                <a:solidFill>
                  <a:srgbClr val="FFFFFF"/>
                </a:solidFill>
              </a:rPr>
              <a:t>Le coefficient indique une forte corrélation négative</a:t>
            </a:r>
          </a:p>
          <a:p>
            <a:pPr marL="0" lvl="0" indent="0">
              <a:buNone/>
            </a:pPr>
            <a:endParaRPr lang="fr-FR" sz="1600">
              <a:solidFill>
                <a:srgbClr val="FFFFFF"/>
              </a:solidFill>
            </a:endParaRPr>
          </a:p>
        </p:txBody>
      </p:sp>
      <p:graphicFrame>
        <p:nvGraphicFramePr>
          <p:cNvPr id="5" name="Graphique 6" title="Chiffre d’affaires brut-Espace réservé-Graphique">
            <a:extLst>
              <a:ext uri="{FF2B5EF4-FFF2-40B4-BE49-F238E27FC236}">
                <a16:creationId xmlns:a16="http://schemas.microsoft.com/office/drawing/2014/main" id="{A71339FF-F974-3ED5-CA9F-B446E4E2AA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778757"/>
              </p:ext>
            </p:extLst>
          </p:nvPr>
        </p:nvGraphicFramePr>
        <p:xfrm>
          <a:off x="3964289" y="1444651"/>
          <a:ext cx="7694310" cy="4579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2EB84FDC-8D28-02CF-E886-8B9321E8B73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/>
              <a:t>Age et catégorie des produits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9A0B2C52-0B87-D7D6-A39D-7EEDFE90C30D}"/>
              </a:ext>
            </a:extLst>
          </p:cNvPr>
          <p:cNvSpPr txBox="1"/>
          <p:nvPr/>
        </p:nvSpPr>
        <p:spPr>
          <a:xfrm>
            <a:off x="11252204" y="6315075"/>
            <a:ext cx="406395" cy="36512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anchorCtr="0" compatLnSpc="1">
            <a:normAutofit fontScale="85000"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6B6F4E9-F2B2-471B-815A-E4996168EF92}" type="slidenum">
              <a:rPr/>
              <a:t>20</a:t>
            </a:fld>
            <a:endParaRPr lang="fr-FR" sz="1000" b="0" i="0" u="none" strike="noStrike" kern="1200" cap="none" spc="0" baseline="0" dirty="0">
              <a:solidFill>
                <a:srgbClr val="FFFFFF"/>
              </a:solidFill>
              <a:uFillTx/>
              <a:latin typeface="Trade Gothic LT Pro" pitchFamily="3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C4D4C-D977-9567-1FA2-0962C68B3C2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3365" y="1444651"/>
            <a:ext cx="3365065" cy="4579077"/>
          </a:xfrm>
          <a:solidFill>
            <a:srgbClr val="0065A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pPr marL="0" lvl="0" indent="0">
              <a:buNone/>
            </a:pPr>
            <a:r>
              <a:rPr lang="en-US" sz="2000" b="1" i="1" u="sng">
                <a:solidFill>
                  <a:srgbClr val="FFFFFF"/>
                </a:solidFill>
              </a:rPr>
              <a:t>Test de Shapiro-Wilk :</a:t>
            </a:r>
          </a:p>
          <a:p>
            <a:pPr marL="0" lvl="0" indent="0">
              <a:buNone/>
            </a:pPr>
            <a:r>
              <a:rPr lang="en-US" sz="1600">
                <a:solidFill>
                  <a:srgbClr val="FFFFFF"/>
                </a:solidFill>
              </a:rPr>
              <a:t>Pour chaque catégorie, on rejette H0 : les données ne suivent pas une distribution normale</a:t>
            </a:r>
          </a:p>
          <a:p>
            <a:pPr marL="0" lvl="0" indent="0">
              <a:buNone/>
            </a:pPr>
            <a:endParaRPr lang="en-US" sz="1600">
              <a:solidFill>
                <a:srgbClr val="FFFFFF"/>
              </a:solidFill>
            </a:endParaRPr>
          </a:p>
          <a:p>
            <a:pPr marL="0" lvl="0" indent="0">
              <a:buNone/>
            </a:pPr>
            <a:r>
              <a:rPr lang="en-US" sz="2000" b="1" i="1" u="sng">
                <a:solidFill>
                  <a:srgbClr val="FFFFFF"/>
                </a:solidFill>
              </a:rPr>
              <a:t>Test de Kruskal- Wallis :</a:t>
            </a:r>
          </a:p>
          <a:p>
            <a:pPr marL="0" lvl="0" indent="0">
              <a:buNone/>
            </a:pPr>
            <a:r>
              <a:rPr lang="fr-FR" sz="1600">
                <a:solidFill>
                  <a:srgbClr val="FFFFFF"/>
                </a:solidFill>
              </a:rPr>
              <a:t>Statistique de test H: 78410.3936</a:t>
            </a:r>
          </a:p>
          <a:p>
            <a:pPr marL="0" lvl="0" indent="0">
              <a:buNone/>
            </a:pPr>
            <a:r>
              <a:rPr lang="fr-FR" sz="1600">
                <a:solidFill>
                  <a:srgbClr val="FFFFFF"/>
                </a:solidFill>
              </a:rPr>
              <a:t>Valeur p: 0.0</a:t>
            </a:r>
          </a:p>
          <a:p>
            <a:pPr marL="0" lvl="0" indent="0">
              <a:buNone/>
            </a:pPr>
            <a:r>
              <a:rPr lang="fr-FR" sz="1600" b="1">
                <a:solidFill>
                  <a:srgbClr val="FFFFFF"/>
                </a:solidFill>
              </a:rPr>
              <a:t>p&lt;0,05 : </a:t>
            </a:r>
            <a:r>
              <a:rPr lang="fr-FR" sz="1600">
                <a:solidFill>
                  <a:srgbClr val="FFFFFF"/>
                </a:solidFill>
              </a:rPr>
              <a:t>on rejette H0, </a:t>
            </a:r>
            <a:r>
              <a:rPr lang="fr-FR" sz="1600" u="sng">
                <a:solidFill>
                  <a:srgbClr val="FFFFFF"/>
                </a:solidFill>
              </a:rPr>
              <a:t>il y a bien une corrélation</a:t>
            </a:r>
            <a:r>
              <a:rPr lang="fr-FR" sz="1600">
                <a:solidFill>
                  <a:srgbClr val="FFFFFF"/>
                </a:solidFill>
              </a:rPr>
              <a:t> entre l'âge et la catégorie des produits achetés</a:t>
            </a:r>
          </a:p>
          <a:p>
            <a:pPr marL="0" lvl="0" indent="0">
              <a:buNone/>
            </a:pPr>
            <a:r>
              <a:rPr lang="fr-FR" sz="1600">
                <a:solidFill>
                  <a:srgbClr val="FFFFFF"/>
                </a:solidFill>
              </a:rPr>
              <a:t>Le coefficient indique une très forte corrélation</a:t>
            </a:r>
          </a:p>
          <a:p>
            <a:pPr marL="0" lvl="0" indent="0">
              <a:buNone/>
            </a:pPr>
            <a:endParaRPr lang="en-US" sz="2000" b="1" i="1" u="sng">
              <a:solidFill>
                <a:srgbClr val="FFFFFF"/>
              </a:solidFill>
            </a:endParaRPr>
          </a:p>
        </p:txBody>
      </p:sp>
      <p:graphicFrame>
        <p:nvGraphicFramePr>
          <p:cNvPr id="5" name="Graphique 6" title="Chiffre d’affaires brut-Espace réservé-Graphique">
            <a:extLst>
              <a:ext uri="{FF2B5EF4-FFF2-40B4-BE49-F238E27FC236}">
                <a16:creationId xmlns:a16="http://schemas.microsoft.com/office/drawing/2014/main" id="{A60420AC-930D-7413-B3A5-FFBC270968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9755000"/>
              </p:ext>
            </p:extLst>
          </p:nvPr>
        </p:nvGraphicFramePr>
        <p:xfrm>
          <a:off x="3964289" y="1444651"/>
          <a:ext cx="7694310" cy="4579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EDB535-2BC6-2223-2A05-39C09AA306A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FR"/>
              <a:t>Merci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Présentation%20bleue%20moderne</Template>
  <TotalTime>0</TotalTime>
  <Words>661</Words>
  <Application>Microsoft Office PowerPoint</Application>
  <PresentationFormat>Grand écran</PresentationFormat>
  <Paragraphs>147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8" baseType="lpstr">
      <vt:lpstr>Aptos</vt:lpstr>
      <vt:lpstr>Arial</vt:lpstr>
      <vt:lpstr>Calibri</vt:lpstr>
      <vt:lpstr>Tahoma</vt:lpstr>
      <vt:lpstr>Trade Gothic LT Pro</vt:lpstr>
      <vt:lpstr>Trebuchet MS</vt:lpstr>
      <vt:lpstr>Thème Office</vt:lpstr>
      <vt:lpstr>Projet 9 –  Analysez les ventes d'une librairie avec Python</vt:lpstr>
      <vt:lpstr>Executive Summary</vt:lpstr>
      <vt:lpstr>Analyse des indicateurs</vt:lpstr>
      <vt:lpstr>Chiffre d’affaires</vt:lpstr>
      <vt:lpstr>Chiffre d’Affaires par catégorie</vt:lpstr>
      <vt:lpstr>Répartition par catégorie</vt:lpstr>
      <vt:lpstr>Nombre de clients uniques</vt:lpstr>
      <vt:lpstr>Nombre de transactions</vt:lpstr>
      <vt:lpstr>Nombre d’articles vendus</vt:lpstr>
      <vt:lpstr>Top ventes</vt:lpstr>
      <vt:lpstr>Flop ventes</vt:lpstr>
      <vt:lpstr>Top clients</vt:lpstr>
      <vt:lpstr>Courbe de Lorenz</vt:lpstr>
      <vt:lpstr>Analyse des corrélations</vt:lpstr>
      <vt:lpstr>Genre et catégorie de produits</vt:lpstr>
      <vt:lpstr>Age et montants d’achat</vt:lpstr>
      <vt:lpstr>Age et fréquence d’achat</vt:lpstr>
      <vt:lpstr>Age et taille du panier moyen</vt:lpstr>
      <vt:lpstr>Age et valeur du panier moyen</vt:lpstr>
      <vt:lpstr>Age et catégorie des produits</vt:lpstr>
      <vt:lpstr>Merci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Marvin Kangbeni</dc:creator>
  <cp:lastModifiedBy>Marvin Kangbeni</cp:lastModifiedBy>
  <cp:revision>14</cp:revision>
  <dcterms:created xsi:type="dcterms:W3CDTF">2025-12-26T06:26:05Z</dcterms:created>
  <dcterms:modified xsi:type="dcterms:W3CDTF">2026-04-10T07:33:36Z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